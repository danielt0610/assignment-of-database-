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6" r:id="rId6"/>
    <p:sldId id="288" r:id="rId7"/>
    <p:sldId id="289" r:id="rId8"/>
    <p:sldId id="290" r:id="rId9"/>
    <p:sldId id="291" r:id="rId10"/>
    <p:sldId id="292" r:id="rId11"/>
    <p:sldId id="293" r:id="rId12"/>
    <p:sldId id="300" r:id="rId13"/>
    <p:sldId id="301" r:id="rId14"/>
    <p:sldId id="294" r:id="rId15"/>
    <p:sldId id="264" r:id="rId16"/>
    <p:sldId id="278" r:id="rId17"/>
    <p:sldId id="279" r:id="rId18"/>
    <p:sldId id="304" r:id="rId19"/>
    <p:sldId id="280" r:id="rId20"/>
    <p:sldId id="281" r:id="rId21"/>
    <p:sldId id="295" r:id="rId22"/>
    <p:sldId id="277" r:id="rId23"/>
    <p:sldId id="296" r:id="rId24"/>
    <p:sldId id="297" r:id="rId25"/>
    <p:sldId id="298" r:id="rId26"/>
    <p:sldId id="299" r:id="rId27"/>
    <p:sldId id="305" r:id="rId28"/>
    <p:sldId id="306" r:id="rId29"/>
    <p:sldId id="307" r:id="rId30"/>
    <p:sldId id="308" r:id="rId31"/>
    <p:sldId id="309" r:id="rId32"/>
    <p:sldId id="286" r:id="rId33"/>
    <p:sldId id="287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45298-580D-FCD9-D66E-922030348B33}" v="385" dt="2025-04-10T20:17:04.927"/>
    <p1510:client id="{20BB162E-2D9B-176C-EFD8-F6CB5C48389B}" v="937" vWet="950" dt="2025-04-10T11:22:38.303"/>
    <p1510:client id="{27DB1B98-9F18-709A-5474-4DBCEB6D72BD}" v="151" dt="2025-04-10T17:44:42.621"/>
    <p1510:client id="{84173594-FFB3-C3C5-2864-69E1A028DF2E}" v="1076" dt="2025-04-10T17:25:20.426"/>
    <p1510:client id="{8AE990EC-83AD-ED4F-EFF4-C4CF641DAC3E}" v="5" dt="2025-04-11T07:05:54.378"/>
    <p1510:client id="{8BE527C1-7924-454D-976F-8496634A2EE3}" v="2735" dt="2025-04-10T19:35:08.994"/>
    <p1510:client id="{A7ADF21B-30C2-DCE8-62E8-E2E86A2079AB}" v="6" dt="2025-04-10T15:08:23.833"/>
    <p1510:client id="{AE8FE858-8718-A2BD-E5F1-FDA60AC7F164}" v="374" dt="2025-04-11T06:30:07.597"/>
    <p1510:client id="{EBB75CBB-6447-410C-BFC9-835B6FB82F51}" v="163" dt="2025-04-10T18:52:39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 Ming Pak" userId="S::24021745a@common.cpce-polyu.edu.hk::dff67b3a-6906-4e5b-a9b4-5f6ac34e2ac2" providerId="AD" clId="Web-{3E194331-7DC8-4AE6-5730-2D16472F3AF9}"/>
    <pc:docChg chg="addSld modSld">
      <pc:chgData name="HO Ming Pak" userId="S::24021745a@common.cpce-polyu.edu.hk::dff67b3a-6906-4e5b-a9b4-5f6ac34e2ac2" providerId="AD" clId="Web-{3E194331-7DC8-4AE6-5730-2D16472F3AF9}" dt="2025-04-08T13:26:02.640" v="27" actId="1076"/>
      <pc:docMkLst>
        <pc:docMk/>
      </pc:docMkLst>
      <pc:sldChg chg="addSp modSp mod setBg">
        <pc:chgData name="HO Ming Pak" userId="S::24021745a@common.cpce-polyu.edu.hk::dff67b3a-6906-4e5b-a9b4-5f6ac34e2ac2" providerId="AD" clId="Web-{3E194331-7DC8-4AE6-5730-2D16472F3AF9}" dt="2025-04-08T13:26:02.640" v="27" actId="1076"/>
        <pc:sldMkLst>
          <pc:docMk/>
          <pc:sldMk cId="2949589094" sldId="256"/>
        </pc:sldMkLst>
        <pc:spChg chg="mod">
          <ac:chgData name="HO Ming Pak" userId="S::24021745a@common.cpce-polyu.edu.hk::dff67b3a-6906-4e5b-a9b4-5f6ac34e2ac2" providerId="AD" clId="Web-{3E194331-7DC8-4AE6-5730-2D16472F3AF9}" dt="2025-04-08T13:25:29.826" v="18" actId="1076"/>
          <ac:spMkLst>
            <pc:docMk/>
            <pc:sldMk cId="2949589094" sldId="256"/>
            <ac:spMk id="2" creationId="{A4DEF698-49C2-467C-1689-0ECFD10A2894}"/>
          </ac:spMkLst>
        </pc:spChg>
        <pc:spChg chg="mod">
          <ac:chgData name="HO Ming Pak" userId="S::24021745a@common.cpce-polyu.edu.hk::dff67b3a-6906-4e5b-a9b4-5f6ac34e2ac2" providerId="AD" clId="Web-{3E194331-7DC8-4AE6-5730-2D16472F3AF9}" dt="2025-04-08T13:26:02.640" v="27" actId="1076"/>
          <ac:spMkLst>
            <pc:docMk/>
            <pc:sldMk cId="2949589094" sldId="256"/>
            <ac:spMk id="3" creationId="{502CCF12-581F-E69B-954E-E8329A3CF902}"/>
          </ac:spMkLst>
        </pc:spChg>
        <pc:spChg chg="add">
          <ac:chgData name="HO Ming Pak" userId="S::24021745a@common.cpce-polyu.edu.hk::dff67b3a-6906-4e5b-a9b4-5f6ac34e2ac2" providerId="AD" clId="Web-{3E194331-7DC8-4AE6-5730-2D16472F3AF9}" dt="2025-04-08T13:24:44.746" v="1"/>
          <ac:spMkLst>
            <pc:docMk/>
            <pc:sldMk cId="2949589094" sldId="256"/>
            <ac:spMk id="9" creationId="{4D60F200-5EB0-B223-2439-C96C67F0FEE1}"/>
          </ac:spMkLst>
        </pc:spChg>
        <pc:spChg chg="add">
          <ac:chgData name="HO Ming Pak" userId="S::24021745a@common.cpce-polyu.edu.hk::dff67b3a-6906-4e5b-a9b4-5f6ac34e2ac2" providerId="AD" clId="Web-{3E194331-7DC8-4AE6-5730-2D16472F3AF9}" dt="2025-04-08T13:24:44.746" v="1"/>
          <ac:spMkLst>
            <pc:docMk/>
            <pc:sldMk cId="2949589094" sldId="256"/>
            <ac:spMk id="11" creationId="{F92CB243-67C5-E304-31A0-4D7D607BAFBA}"/>
          </ac:spMkLst>
        </pc:spChg>
        <pc:spChg chg="add">
          <ac:chgData name="HO Ming Pak" userId="S::24021745a@common.cpce-polyu.edu.hk::dff67b3a-6906-4e5b-a9b4-5f6ac34e2ac2" providerId="AD" clId="Web-{3E194331-7DC8-4AE6-5730-2D16472F3AF9}" dt="2025-04-08T13:24:44.746" v="1"/>
          <ac:spMkLst>
            <pc:docMk/>
            <pc:sldMk cId="2949589094" sldId="256"/>
            <ac:spMk id="13" creationId="{11A95761-C93E-94BF-087D-D2A823789EAB}"/>
          </ac:spMkLst>
        </pc:spChg>
        <pc:spChg chg="add">
          <ac:chgData name="HO Ming Pak" userId="S::24021745a@common.cpce-polyu.edu.hk::dff67b3a-6906-4e5b-a9b4-5f6ac34e2ac2" providerId="AD" clId="Web-{3E194331-7DC8-4AE6-5730-2D16472F3AF9}" dt="2025-04-08T13:24:44.746" v="1"/>
          <ac:spMkLst>
            <pc:docMk/>
            <pc:sldMk cId="2949589094" sldId="256"/>
            <ac:spMk id="15" creationId="{6E63D1A5-FD49-4756-F62E-786C34E631EF}"/>
          </ac:spMkLst>
        </pc:spChg>
        <pc:picChg chg="add mod">
          <ac:chgData name="HO Ming Pak" userId="S::24021745a@common.cpce-polyu.edu.hk::dff67b3a-6906-4e5b-a9b4-5f6ac34e2ac2" providerId="AD" clId="Web-{3E194331-7DC8-4AE6-5730-2D16472F3AF9}" dt="2025-04-08T13:25:33.701" v="19" actId="1076"/>
          <ac:picMkLst>
            <pc:docMk/>
            <pc:sldMk cId="2949589094" sldId="256"/>
            <ac:picMk id="5" creationId="{9D77F382-DCF8-8DBA-081C-9ADA4DBCD2D5}"/>
          </ac:picMkLst>
        </pc:picChg>
      </pc:sldChg>
      <pc:sldChg chg="new">
        <pc:chgData name="HO Ming Pak" userId="S::24021745a@common.cpce-polyu.edu.hk::dff67b3a-6906-4e5b-a9b4-5f6ac34e2ac2" providerId="AD" clId="Web-{3E194331-7DC8-4AE6-5730-2D16472F3AF9}" dt="2025-04-08T13:24:29.167" v="0"/>
        <pc:sldMkLst>
          <pc:docMk/>
          <pc:sldMk cId="1033401432" sldId="257"/>
        </pc:sldMkLst>
      </pc:sldChg>
    </pc:docChg>
  </pc:docChgLst>
  <pc:docChgLst>
    <pc:chgData name="HO Ming Pak" userId="S::24021745a@common.cpce-polyu.edu.hk::dff67b3a-6906-4e5b-a9b4-5f6ac34e2ac2" providerId="AD" clId="Web-{A7ADF21B-30C2-DCE8-62E8-E2E86A2079AB}"/>
    <pc:docChg chg="modSld">
      <pc:chgData name="HO Ming Pak" userId="S::24021745a@common.cpce-polyu.edu.hk::dff67b3a-6906-4e5b-a9b4-5f6ac34e2ac2" providerId="AD" clId="Web-{A7ADF21B-30C2-DCE8-62E8-E2E86A2079AB}" dt="2025-04-10T15:08:23.833" v="5" actId="1076"/>
      <pc:docMkLst>
        <pc:docMk/>
      </pc:docMkLst>
      <pc:sldChg chg="modSp">
        <pc:chgData name="HO Ming Pak" userId="S::24021745a@common.cpce-polyu.edu.hk::dff67b3a-6906-4e5b-a9b4-5f6ac34e2ac2" providerId="AD" clId="Web-{A7ADF21B-30C2-DCE8-62E8-E2E86A2079AB}" dt="2025-04-10T15:08:23.833" v="5" actId="1076"/>
        <pc:sldMkLst>
          <pc:docMk/>
          <pc:sldMk cId="2949589094" sldId="256"/>
        </pc:sldMkLst>
        <pc:picChg chg="mod">
          <ac:chgData name="HO Ming Pak" userId="S::24021745a@common.cpce-polyu.edu.hk::dff67b3a-6906-4e5b-a9b4-5f6ac34e2ac2" providerId="AD" clId="Web-{A7ADF21B-30C2-DCE8-62E8-E2E86A2079AB}" dt="2025-04-10T15:08:23.833" v="5" actId="1076"/>
          <ac:picMkLst>
            <pc:docMk/>
            <pc:sldMk cId="2949589094" sldId="256"/>
            <ac:picMk id="5" creationId="{9D77F382-DCF8-8DBA-081C-9ADA4DBCD2D5}"/>
          </ac:picMkLst>
        </pc:picChg>
      </pc:sldChg>
      <pc:sldChg chg="addSp delSp modSp">
        <pc:chgData name="HO Ming Pak" userId="S::24021745a@common.cpce-polyu.edu.hk::dff67b3a-6906-4e5b-a9b4-5f6ac34e2ac2" providerId="AD" clId="Web-{A7ADF21B-30C2-DCE8-62E8-E2E86A2079AB}" dt="2025-04-10T14:58:16.286" v="2"/>
        <pc:sldMkLst>
          <pc:docMk/>
          <pc:sldMk cId="2412818475" sldId="263"/>
        </pc:sldMkLst>
        <pc:spChg chg="add del mod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6" creationId="{BC00C783-EB33-3312-2884-108758B9257C}"/>
          </ac:spMkLst>
        </pc:spChg>
        <pc:spChg chg="del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12" creationId="{91E5A9A7-95C6-4F4F-B00E-C82E07FE62EF}"/>
          </ac:spMkLst>
        </pc:spChg>
        <pc:spChg chg="del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14" creationId="{D07DD2DE-F619-49DD-B5E7-03A290FF4ED1}"/>
          </ac:spMkLst>
        </pc:spChg>
        <pc:spChg chg="del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16" creationId="{85149191-5F60-4A28-AAFF-039F96B0F3EC}"/>
          </ac:spMkLst>
        </pc:spChg>
        <pc:spChg chg="del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18" creationId="{F8260ED5-17F7-4158-B241-D51DD4CF1B7E}"/>
          </ac:spMkLst>
        </pc:spChg>
        <pc:spChg chg="add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23" creationId="{A8384FB5-9ADC-4DDC-881B-597D56F5B15D}"/>
          </ac:spMkLst>
        </pc:spChg>
        <pc:spChg chg="add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25" creationId="{91E5A9A7-95C6-4F4F-B00E-C82E07FE62EF}"/>
          </ac:spMkLst>
        </pc:spChg>
        <pc:spChg chg="add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27" creationId="{D07DD2DE-F619-49DD-B5E7-03A290FF4ED1}"/>
          </ac:spMkLst>
        </pc:spChg>
        <pc:spChg chg="add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29" creationId="{85149191-5F60-4A28-AAFF-039F96B0F3EC}"/>
          </ac:spMkLst>
        </pc:spChg>
        <pc:spChg chg="add">
          <ac:chgData name="HO Ming Pak" userId="S::24021745a@common.cpce-polyu.edu.hk::dff67b3a-6906-4e5b-a9b4-5f6ac34e2ac2" providerId="AD" clId="Web-{A7ADF21B-30C2-DCE8-62E8-E2E86A2079AB}" dt="2025-04-10T14:58:16.286" v="2"/>
          <ac:spMkLst>
            <pc:docMk/>
            <pc:sldMk cId="2412818475" sldId="263"/>
            <ac:spMk id="31" creationId="{F8260ED5-17F7-4158-B241-D51DD4CF1B7E}"/>
          </ac:spMkLst>
        </pc:spChg>
        <pc:picChg chg="add mod">
          <ac:chgData name="HO Ming Pak" userId="S::24021745a@common.cpce-polyu.edu.hk::dff67b3a-6906-4e5b-a9b4-5f6ac34e2ac2" providerId="AD" clId="Web-{A7ADF21B-30C2-DCE8-62E8-E2E86A2079AB}" dt="2025-04-10T14:58:09.926" v="0"/>
          <ac:picMkLst>
            <pc:docMk/>
            <pc:sldMk cId="2412818475" sldId="263"/>
            <ac:picMk id="3" creationId="{4D1C18DE-E459-5DA5-7415-6C4BBE6709B2}"/>
          </ac:picMkLst>
        </pc:picChg>
        <pc:picChg chg="del">
          <ac:chgData name="HO Ming Pak" userId="S::24021745a@common.cpce-polyu.edu.hk::dff67b3a-6906-4e5b-a9b4-5f6ac34e2ac2" providerId="AD" clId="Web-{A7ADF21B-30C2-DCE8-62E8-E2E86A2079AB}" dt="2025-04-10T14:58:13.036" v="1"/>
          <ac:picMkLst>
            <pc:docMk/>
            <pc:sldMk cId="2412818475" sldId="263"/>
            <ac:picMk id="5" creationId="{54914D58-047F-0AE5-7DC1-D48981BEDE3B}"/>
          </ac:picMkLst>
        </pc:picChg>
      </pc:sldChg>
      <pc:sldChg chg="delSp">
        <pc:chgData name="HO Ming Pak" userId="S::24021745a@common.cpce-polyu.edu.hk::dff67b3a-6906-4e5b-a9b4-5f6ac34e2ac2" providerId="AD" clId="Web-{A7ADF21B-30C2-DCE8-62E8-E2E86A2079AB}" dt="2025-04-10T15:03:41.482" v="3"/>
        <pc:sldMkLst>
          <pc:docMk/>
          <pc:sldMk cId="2357459438" sldId="265"/>
        </pc:sldMkLst>
        <pc:spChg chg="del">
          <ac:chgData name="HO Ming Pak" userId="S::24021745a@common.cpce-polyu.edu.hk::dff67b3a-6906-4e5b-a9b4-5f6ac34e2ac2" providerId="AD" clId="Web-{A7ADF21B-30C2-DCE8-62E8-E2E86A2079AB}" dt="2025-04-10T15:03:41.482" v="3"/>
          <ac:spMkLst>
            <pc:docMk/>
            <pc:sldMk cId="2357459438" sldId="265"/>
            <ac:spMk id="4" creationId="{A1AC23F0-A0E7-F7F4-51B9-EFA67394377A}"/>
          </ac:spMkLst>
        </pc:spChg>
      </pc:sldChg>
    </pc:docChg>
  </pc:docChgLst>
  <pc:docChgLst>
    <pc:chgData name="HO Ming Pak" userId="S::24021745a@common.cpce-polyu.edu.hk::dff67b3a-6906-4e5b-a9b4-5f6ac34e2ac2" providerId="AD" clId="Web-{A60FC568-73D2-496B-682B-717EC16A43D4}"/>
    <pc:docChg chg="addSld modSld">
      <pc:chgData name="HO Ming Pak" userId="S::24021745a@common.cpce-polyu.edu.hk::dff67b3a-6906-4e5b-a9b4-5f6ac34e2ac2" providerId="AD" clId="Web-{A60FC568-73D2-496B-682B-717EC16A43D4}" dt="2025-04-08T16:33:49.007" v="377" actId="20577"/>
      <pc:docMkLst>
        <pc:docMk/>
      </pc:docMkLst>
      <pc:sldChg chg="modSp">
        <pc:chgData name="HO Ming Pak" userId="S::24021745a@common.cpce-polyu.edu.hk::dff67b3a-6906-4e5b-a9b4-5f6ac34e2ac2" providerId="AD" clId="Web-{A60FC568-73D2-496B-682B-717EC16A43D4}" dt="2025-04-08T16:17:12.727" v="14" actId="20577"/>
        <pc:sldMkLst>
          <pc:docMk/>
          <pc:sldMk cId="1033401432" sldId="257"/>
        </pc:sldMkLst>
        <pc:spChg chg="mod">
          <ac:chgData name="HO Ming Pak" userId="S::24021745a@common.cpce-polyu.edu.hk::dff67b3a-6906-4e5b-a9b4-5f6ac34e2ac2" providerId="AD" clId="Web-{A60FC568-73D2-496B-682B-717EC16A43D4}" dt="2025-04-08T16:16:55.398" v="3" actId="20577"/>
          <ac:spMkLst>
            <pc:docMk/>
            <pc:sldMk cId="1033401432" sldId="257"/>
            <ac:spMk id="2" creationId="{D60C3122-E407-08EA-1BDD-31234436C2C8}"/>
          </ac:spMkLst>
        </pc:spChg>
        <pc:spChg chg="mod">
          <ac:chgData name="HO Ming Pak" userId="S::24021745a@common.cpce-polyu.edu.hk::dff67b3a-6906-4e5b-a9b4-5f6ac34e2ac2" providerId="AD" clId="Web-{A60FC568-73D2-496B-682B-717EC16A43D4}" dt="2025-04-08T16:17:12.727" v="14" actId="20577"/>
          <ac:spMkLst>
            <pc:docMk/>
            <pc:sldMk cId="1033401432" sldId="257"/>
            <ac:spMk id="3" creationId="{622A46A9-81EA-9190-0FC7-5BFACBF52086}"/>
          </ac:spMkLst>
        </pc:spChg>
      </pc:sldChg>
      <pc:sldChg chg="modSp new">
        <pc:chgData name="HO Ming Pak" userId="S::24021745a@common.cpce-polyu.edu.hk::dff67b3a-6906-4e5b-a9b4-5f6ac34e2ac2" providerId="AD" clId="Web-{A60FC568-73D2-496B-682B-717EC16A43D4}" dt="2025-04-08T16:33:49.007" v="377" actId="20577"/>
        <pc:sldMkLst>
          <pc:docMk/>
          <pc:sldMk cId="1074104925" sldId="258"/>
        </pc:sldMkLst>
        <pc:spChg chg="mod">
          <ac:chgData name="HO Ming Pak" userId="S::24021745a@common.cpce-polyu.edu.hk::dff67b3a-6906-4e5b-a9b4-5f6ac34e2ac2" providerId="AD" clId="Web-{A60FC568-73D2-496B-682B-717EC16A43D4}" dt="2025-04-08T16:17:33.947" v="17" actId="20577"/>
          <ac:spMkLst>
            <pc:docMk/>
            <pc:sldMk cId="1074104925" sldId="258"/>
            <ac:spMk id="2" creationId="{C264271D-9260-6FE7-C950-62E26934F6C0}"/>
          </ac:spMkLst>
        </pc:spChg>
        <pc:spChg chg="mod">
          <ac:chgData name="HO Ming Pak" userId="S::24021745a@common.cpce-polyu.edu.hk::dff67b3a-6906-4e5b-a9b4-5f6ac34e2ac2" providerId="AD" clId="Web-{A60FC568-73D2-496B-682B-717EC16A43D4}" dt="2025-04-08T16:33:49.007" v="377" actId="20577"/>
          <ac:spMkLst>
            <pc:docMk/>
            <pc:sldMk cId="1074104925" sldId="258"/>
            <ac:spMk id="3" creationId="{CD57C89F-AFE3-29CB-9268-60205723CD2A}"/>
          </ac:spMkLst>
        </pc:spChg>
      </pc:sldChg>
    </pc:docChg>
  </pc:docChgLst>
  <pc:docChgLst>
    <pc:chgData name="HO Ming Pak" userId="S::24021745a@common.cpce-polyu.edu.hk::dff67b3a-6906-4e5b-a9b4-5f6ac34e2ac2" providerId="AD" clId="Web-{6A000139-3E6C-5CE8-A50D-E9F9AD7386B3}"/>
    <pc:docChg chg="modSld">
      <pc:chgData name="HO Ming Pak" userId="S::24021745a@common.cpce-polyu.edu.hk::dff67b3a-6906-4e5b-a9b4-5f6ac34e2ac2" providerId="AD" clId="Web-{6A000139-3E6C-5CE8-A50D-E9F9AD7386B3}" dt="2025-04-08T07:20:14.500" v="141" actId="20577"/>
      <pc:docMkLst>
        <pc:docMk/>
      </pc:docMkLst>
      <pc:sldChg chg="addSp delSp modSp">
        <pc:chgData name="HO Ming Pak" userId="S::24021745a@common.cpce-polyu.edu.hk::dff67b3a-6906-4e5b-a9b4-5f6ac34e2ac2" providerId="AD" clId="Web-{6A000139-3E6C-5CE8-A50D-E9F9AD7386B3}" dt="2025-04-08T07:20:14.500" v="141" actId="20577"/>
        <pc:sldMkLst>
          <pc:docMk/>
          <pc:sldMk cId="2949589094" sldId="256"/>
        </pc:sldMkLst>
        <pc:spChg chg="mod">
          <ac:chgData name="HO Ming Pak" userId="S::24021745a@common.cpce-polyu.edu.hk::dff67b3a-6906-4e5b-a9b4-5f6ac34e2ac2" providerId="AD" clId="Web-{6A000139-3E6C-5CE8-A50D-E9F9AD7386B3}" dt="2025-04-08T07:14:00.979" v="11" actId="20577"/>
          <ac:spMkLst>
            <pc:docMk/>
            <pc:sldMk cId="2949589094" sldId="256"/>
            <ac:spMk id="2" creationId="{A4DEF698-49C2-467C-1689-0ECFD10A2894}"/>
          </ac:spMkLst>
        </pc:spChg>
        <pc:spChg chg="mod">
          <ac:chgData name="HO Ming Pak" userId="S::24021745a@common.cpce-polyu.edu.hk::dff67b3a-6906-4e5b-a9b4-5f6ac34e2ac2" providerId="AD" clId="Web-{6A000139-3E6C-5CE8-A50D-E9F9AD7386B3}" dt="2025-04-08T07:20:14.500" v="141" actId="20577"/>
          <ac:spMkLst>
            <pc:docMk/>
            <pc:sldMk cId="2949589094" sldId="256"/>
            <ac:spMk id="3" creationId="{502CCF12-581F-E69B-954E-E8329A3CF902}"/>
          </ac:spMkLst>
        </pc:spChg>
        <pc:picChg chg="add del mod modCrop">
          <ac:chgData name="HO Ming Pak" userId="S::24021745a@common.cpce-polyu.edu.hk::dff67b3a-6906-4e5b-a9b4-5f6ac34e2ac2" providerId="AD" clId="Web-{6A000139-3E6C-5CE8-A50D-E9F9AD7386B3}" dt="2025-04-08T07:14:21.307" v="19"/>
          <ac:picMkLst>
            <pc:docMk/>
            <pc:sldMk cId="2949589094" sldId="256"/>
            <ac:picMk id="4" creationId="{90DE8A21-522E-D3A9-DE91-BA0833398334}"/>
          </ac:picMkLst>
        </pc:picChg>
      </pc:sldChg>
    </pc:docChg>
  </pc:docChgLst>
  <pc:docChgLst>
    <pc:chgData name="HO Ming Pak" userId="S::24021745a@common.cpce-polyu.edu.hk::dff67b3a-6906-4e5b-a9b4-5f6ac34e2ac2" providerId="AD" clId="Web-{20BB162E-2D9B-176C-EFD8-F6CB5C48389B}"/>
    <pc:docChg chg="modSld addMainMaster delMainMaster">
      <pc:chgData name="HO Ming Pak" userId="S::24021745a@common.cpce-polyu.edu.hk::dff67b3a-6906-4e5b-a9b4-5f6ac34e2ac2" providerId="AD" clId="Web-{20BB162E-2D9B-176C-EFD8-F6CB5C48389B}" dt="2025-04-10T11:22:35.381" v="568"/>
      <pc:docMkLst>
        <pc:docMk/>
      </pc:docMkLst>
      <pc:sldChg chg="addSp delSp modSp mod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2949589094" sldId="256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949589094" sldId="256"/>
            <ac:spMk id="2" creationId="{A4DEF698-49C2-467C-1689-0ECFD10A2894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949589094" sldId="256"/>
            <ac:spMk id="3" creationId="{502CCF12-581F-E69B-954E-E8329A3CF902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949589094" sldId="256"/>
            <ac:spMk id="9" creationId="{4D60F200-5EB0-B223-2439-C96C67F0FEE1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949589094" sldId="256"/>
            <ac:spMk id="11" creationId="{F92CB243-67C5-E304-31A0-4D7D607BAFB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949589094" sldId="256"/>
            <ac:spMk id="13" creationId="{11A95761-C93E-94BF-087D-D2A823789EA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949589094" sldId="256"/>
            <ac:spMk id="15" creationId="{6E63D1A5-FD49-4756-F62E-786C34E631EF}"/>
          </ac:spMkLst>
        </pc:spChg>
      </pc:sldChg>
      <pc:sldChg chg="addSp delSp modSp mod setBg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1033401432" sldId="257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033401432" sldId="257"/>
            <ac:spMk id="2" creationId="{D60C3122-E407-08EA-1BDD-31234436C2C8}"/>
          </ac:spMkLst>
        </pc:spChg>
        <pc:spChg chg="del mod">
          <ac:chgData name="HO Ming Pak" userId="S::24021745a@common.cpce-polyu.edu.hk::dff67b3a-6906-4e5b-a9b4-5f6ac34e2ac2" providerId="AD" clId="Web-{20BB162E-2D9B-176C-EFD8-F6CB5C48389B}" dt="2025-04-10T08:53:34.012" v="532"/>
          <ac:spMkLst>
            <pc:docMk/>
            <pc:sldMk cId="1033401432" sldId="257"/>
            <ac:spMk id="3" creationId="{622A46A9-81EA-9190-0FC7-5BFACBF52086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52.918" v="555"/>
          <ac:spMkLst>
            <pc:docMk/>
            <pc:sldMk cId="1033401432" sldId="257"/>
            <ac:spMk id="9" creationId="{BACC6370-2D7E-4714-9D71-7542949D7D5D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52.918" v="555"/>
          <ac:spMkLst>
            <pc:docMk/>
            <pc:sldMk cId="1033401432" sldId="257"/>
            <ac:spMk id="11" creationId="{F68B3F68-107C-434F-AA38-110D5EA91B85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52.918" v="555"/>
          <ac:spMkLst>
            <pc:docMk/>
            <pc:sldMk cId="1033401432" sldId="257"/>
            <ac:spMk id="13" creationId="{AAD0DBB9-1A4B-4391-81D4-CB19F9AB918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52.918" v="555"/>
          <ac:spMkLst>
            <pc:docMk/>
            <pc:sldMk cId="1033401432" sldId="257"/>
            <ac:spMk id="15" creationId="{063BBA22-50EA-4C4D-BE05-F1CE4E63AA56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32.621" v="544"/>
          <ac:spMkLst>
            <pc:docMk/>
            <pc:sldMk cId="1033401432" sldId="257"/>
            <ac:spMk id="20" creationId="{BACC6370-2D7E-4714-9D71-7542949D7D5D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1.840" v="548"/>
          <ac:spMkLst>
            <pc:docMk/>
            <pc:sldMk cId="1033401432" sldId="257"/>
            <ac:spMk id="21" creationId="{6EA86598-DA2C-41D5-BC0C-E877F8818EE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32.621" v="544"/>
          <ac:spMkLst>
            <pc:docMk/>
            <pc:sldMk cId="1033401432" sldId="257"/>
            <ac:spMk id="22" creationId="{F68B3F68-107C-434F-AA38-110D5EA91B85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1.840" v="548"/>
          <ac:spMkLst>
            <pc:docMk/>
            <pc:sldMk cId="1033401432" sldId="257"/>
            <ac:spMk id="23" creationId="{450D3AD2-FA80-415F-A9CE-54D884561CD7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32.621" v="544"/>
          <ac:spMkLst>
            <pc:docMk/>
            <pc:sldMk cId="1033401432" sldId="257"/>
            <ac:spMk id="24" creationId="{AAD0DBB9-1A4B-4391-81D4-CB19F9AB918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5.028" v="550"/>
          <ac:spMkLst>
            <pc:docMk/>
            <pc:sldMk cId="1033401432" sldId="257"/>
            <ac:spMk id="25" creationId="{BACC6370-2D7E-4714-9D71-7542949D7D5D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32.621" v="544"/>
          <ac:spMkLst>
            <pc:docMk/>
            <pc:sldMk cId="1033401432" sldId="257"/>
            <ac:spMk id="26" creationId="{063BBA22-50EA-4C4D-BE05-F1CE4E63AA56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5.028" v="550"/>
          <ac:spMkLst>
            <pc:docMk/>
            <pc:sldMk cId="1033401432" sldId="257"/>
            <ac:spMk id="27" creationId="{F68B3F68-107C-434F-AA38-110D5EA91B85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39.137" v="546"/>
          <ac:spMkLst>
            <pc:docMk/>
            <pc:sldMk cId="1033401432" sldId="257"/>
            <ac:spMk id="28" creationId="{C3896A03-3945-419A-B66B-4EE266EDD152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39.137" v="546"/>
          <ac:spMkLst>
            <pc:docMk/>
            <pc:sldMk cId="1033401432" sldId="257"/>
            <ac:spMk id="29" creationId="{B34F5AD2-EDBD-4BBD-A55C-EAFFD0C7097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5.028" v="550"/>
          <ac:spMkLst>
            <pc:docMk/>
            <pc:sldMk cId="1033401432" sldId="257"/>
            <ac:spMk id="30" creationId="{AAD0DBB9-1A4B-4391-81D4-CB19F9AB918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5.028" v="550"/>
          <ac:spMkLst>
            <pc:docMk/>
            <pc:sldMk cId="1033401432" sldId="257"/>
            <ac:spMk id="31" creationId="{063BBA22-50EA-4C4D-BE05-F1CE4E63AA56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7.231" v="552"/>
          <ac:spMkLst>
            <pc:docMk/>
            <pc:sldMk cId="1033401432" sldId="257"/>
            <ac:spMk id="33" creationId="{BACC6370-2D7E-4714-9D71-7542949D7D5D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7.231" v="552"/>
          <ac:spMkLst>
            <pc:docMk/>
            <pc:sldMk cId="1033401432" sldId="257"/>
            <ac:spMk id="34" creationId="{F68B3F68-107C-434F-AA38-110D5EA91B85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7.231" v="552"/>
          <ac:spMkLst>
            <pc:docMk/>
            <pc:sldMk cId="1033401432" sldId="257"/>
            <ac:spMk id="35" creationId="{AAD0DBB9-1A4B-4391-81D4-CB19F9AB918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47.231" v="552"/>
          <ac:spMkLst>
            <pc:docMk/>
            <pc:sldMk cId="1033401432" sldId="257"/>
            <ac:spMk id="36" creationId="{063BBA22-50EA-4C4D-BE05-F1CE4E63AA56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52.856" v="554"/>
          <ac:spMkLst>
            <pc:docMk/>
            <pc:sldMk cId="1033401432" sldId="257"/>
            <ac:spMk id="38" creationId="{6EA86598-DA2C-41D5-BC0C-E877F8818EE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4:52.856" v="554"/>
          <ac:spMkLst>
            <pc:docMk/>
            <pc:sldMk cId="1033401432" sldId="257"/>
            <ac:spMk id="39" creationId="{450D3AD2-FA80-415F-A9CE-54D884561CD7}"/>
          </ac:spMkLst>
        </pc:spChg>
        <pc:spChg chg="add del mo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033401432" sldId="257"/>
            <ac:spMk id="42" creationId="{C3896A03-3945-419A-B66B-4EE266EDD152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033401432" sldId="257"/>
            <ac:spMk id="43" creationId="{B34F5AD2-EDBD-4BBD-A55C-EAFFD0C7097A}"/>
          </ac:spMkLst>
        </pc:spChg>
        <pc:graphicFrameChg chg="add mod ord modGraphic">
          <ac:chgData name="HO Ming Pak" userId="S::24021745a@common.cpce-polyu.edu.hk::dff67b3a-6906-4e5b-a9b4-5f6ac34e2ac2" providerId="AD" clId="Web-{20BB162E-2D9B-176C-EFD8-F6CB5C48389B}" dt="2025-04-10T11:22:35.381" v="568"/>
          <ac:graphicFrameMkLst>
            <pc:docMk/>
            <pc:sldMk cId="1033401432" sldId="257"/>
            <ac:graphicFrameMk id="5" creationId="{7D9DE2DC-93A8-F1E4-B057-8BDB0A6EC4C3}"/>
          </ac:graphicFrameMkLst>
        </pc:graphicFrameChg>
        <pc:picChg chg="add del">
          <ac:chgData name="HO Ming Pak" userId="S::24021745a@common.cpce-polyu.edu.hk::dff67b3a-6906-4e5b-a9b4-5f6ac34e2ac2" providerId="AD" clId="Web-{20BB162E-2D9B-176C-EFD8-F6CB5C48389B}" dt="2025-04-10T08:54:41.840" v="548"/>
          <ac:picMkLst>
            <pc:docMk/>
            <pc:sldMk cId="1033401432" sldId="257"/>
            <ac:picMk id="17" creationId="{11C06821-1B92-513F-E5DE-9BA82212B0D0}"/>
          </ac:picMkLst>
        </pc:picChg>
        <pc:picChg chg="add del">
          <ac:chgData name="HO Ming Pak" userId="S::24021745a@common.cpce-polyu.edu.hk::dff67b3a-6906-4e5b-a9b4-5f6ac34e2ac2" providerId="AD" clId="Web-{20BB162E-2D9B-176C-EFD8-F6CB5C48389B}" dt="2025-04-10T08:54:52.856" v="554"/>
          <ac:picMkLst>
            <pc:docMk/>
            <pc:sldMk cId="1033401432" sldId="257"/>
            <ac:picMk id="40" creationId="{11C06821-1B92-513F-E5DE-9BA82212B0D0}"/>
          </ac:picMkLst>
        </pc:picChg>
      </pc:sldChg>
      <pc:sldChg chg="addSp delSp modSp mod setBg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1074104925" sldId="258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074104925" sldId="258"/>
            <ac:spMk id="2" creationId="{C264271D-9260-6FE7-C950-62E26934F6C0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074104925" sldId="258"/>
            <ac:spMk id="3" creationId="{CD57C89F-AFE3-29CB-9268-60205723CD2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45:30.120" v="206"/>
          <ac:spMkLst>
            <pc:docMk/>
            <pc:sldMk cId="1074104925" sldId="258"/>
            <ac:spMk id="9" creationId="{C0763A76-9F1C-4FC5-82B7-DD475DA461B2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45:30.120" v="206"/>
          <ac:spMkLst>
            <pc:docMk/>
            <pc:sldMk cId="1074104925" sldId="258"/>
            <ac:spMk id="11" creationId="{E81BF4F6-F2CF-4984-9D14-D6966D92F99F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45:33.229" v="208"/>
          <ac:spMkLst>
            <pc:docMk/>
            <pc:sldMk cId="1074104925" sldId="258"/>
            <ac:spMk id="13" creationId="{9F7D5CDA-D291-4307-BF55-1381FED29634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3:47.418" v="535"/>
          <ac:spMkLst>
            <pc:docMk/>
            <pc:sldMk cId="1074104925" sldId="258"/>
            <ac:spMk id="16" creationId="{C0763A76-9F1C-4FC5-82B7-DD475DA461B2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3:47.418" v="535"/>
          <ac:spMkLst>
            <pc:docMk/>
            <pc:sldMk cId="1074104925" sldId="258"/>
            <ac:spMk id="17" creationId="{E81BF4F6-F2CF-4984-9D14-D6966D92F99F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3:47.418" v="534"/>
          <ac:spMkLst>
            <pc:docMk/>
            <pc:sldMk cId="1074104925" sldId="258"/>
            <ac:spMk id="23" creationId="{04812C46-200A-4DEB-A05E-3ED6C68C2387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08:53:47.418" v="534"/>
          <ac:spMkLst>
            <pc:docMk/>
            <pc:sldMk cId="1074104925" sldId="258"/>
            <ac:spMk id="25" creationId="{D1EA859B-E555-4109-94F3-6700E046E008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074104925" sldId="258"/>
            <ac:spMk id="27" creationId="{04812C46-200A-4DEB-A05E-3ED6C68C2387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074104925" sldId="258"/>
            <ac:spMk id="28" creationId="{D1EA859B-E555-4109-94F3-6700E046E008}"/>
          </ac:spMkLst>
        </pc:spChg>
        <pc:picChg chg="add del">
          <ac:chgData name="HO Ming Pak" userId="S::24021745a@common.cpce-polyu.edu.hk::dff67b3a-6906-4e5b-a9b4-5f6ac34e2ac2" providerId="AD" clId="Web-{20BB162E-2D9B-176C-EFD8-F6CB5C48389B}" dt="2025-04-10T08:45:30.120" v="206"/>
          <ac:picMkLst>
            <pc:docMk/>
            <pc:sldMk cId="1074104925" sldId="258"/>
            <ac:picMk id="5" creationId="{51975C85-92BF-C700-277A-2CCC4CD94804}"/>
          </ac:picMkLst>
        </pc:picChg>
        <pc:picChg chg="add del">
          <ac:chgData name="HO Ming Pak" userId="S::24021745a@common.cpce-polyu.edu.hk::dff67b3a-6906-4e5b-a9b4-5f6ac34e2ac2" providerId="AD" clId="Web-{20BB162E-2D9B-176C-EFD8-F6CB5C48389B}" dt="2025-04-10T08:45:33.229" v="208"/>
          <ac:picMkLst>
            <pc:docMk/>
            <pc:sldMk cId="1074104925" sldId="258"/>
            <ac:picMk id="14" creationId="{548E22E9-F038-1B44-A1FB-09B56A4AF08F}"/>
          </ac:picMkLst>
        </pc:picChg>
        <pc:picChg chg="add mod ord">
          <ac:chgData name="HO Ming Pak" userId="S::24021745a@common.cpce-polyu.edu.hk::dff67b3a-6906-4e5b-a9b4-5f6ac34e2ac2" providerId="AD" clId="Web-{20BB162E-2D9B-176C-EFD8-F6CB5C48389B}" dt="2025-04-10T08:53:47.418" v="535"/>
          <ac:picMkLst>
            <pc:docMk/>
            <pc:sldMk cId="1074104925" sldId="258"/>
            <ac:picMk id="18" creationId="{51975C85-92BF-C700-277A-2CCC4CD94804}"/>
          </ac:picMkLst>
        </pc:picChg>
      </pc:sldChg>
      <pc:sldChg chg="addSp delSp modSp mod setBg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2508981813" sldId="259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2" creationId="{040CCF7F-A85C-8046-1B77-53D7FBBEA347}"/>
          </ac:spMkLst>
        </pc:spChg>
        <pc:spChg chg="del mod">
          <ac:chgData name="HO Ming Pak" userId="S::24021745a@common.cpce-polyu.edu.hk::dff67b3a-6906-4e5b-a9b4-5f6ac34e2ac2" providerId="AD" clId="Web-{20BB162E-2D9B-176C-EFD8-F6CB5C48389B}" dt="2025-04-10T08:41:36.916" v="176"/>
          <ac:spMkLst>
            <pc:docMk/>
            <pc:sldMk cId="2508981813" sldId="259"/>
            <ac:spMk id="5" creationId="{06646475-E3E9-B097-CF1D-18DF02804E47}"/>
          </ac:spMkLst>
        </pc:spChg>
        <pc:spChg chg="add del mod">
          <ac:chgData name="HO Ming Pak" userId="S::24021745a@common.cpce-polyu.edu.hk::dff67b3a-6906-4e5b-a9b4-5f6ac34e2ac2" providerId="AD" clId="Web-{20BB162E-2D9B-176C-EFD8-F6CB5C48389B}" dt="2025-04-10T08:17:37.490" v="31"/>
          <ac:spMkLst>
            <pc:docMk/>
            <pc:sldMk cId="2508981813" sldId="259"/>
            <ac:spMk id="6" creationId="{DF205672-FF8A-413A-53AB-B92616B99FDB}"/>
          </ac:spMkLst>
        </pc:spChg>
        <pc:spChg chg="add del mod ord">
          <ac:chgData name="HO Ming Pak" userId="S::24021745a@common.cpce-polyu.edu.hk::dff67b3a-6906-4e5b-a9b4-5f6ac34e2ac2" providerId="AD" clId="Web-{20BB162E-2D9B-176C-EFD8-F6CB5C48389B}" dt="2025-04-10T08:41:36.916" v="176"/>
          <ac:spMkLst>
            <pc:docMk/>
            <pc:sldMk cId="2508981813" sldId="259"/>
            <ac:spMk id="7" creationId="{815A13C9-292E-6CEA-D780-7FA656683D4F}"/>
          </ac:spMkLst>
        </pc:spChg>
        <pc:spChg chg="del">
          <ac:chgData name="HO Ming Pak" userId="S::24021745a@common.cpce-polyu.edu.hk::dff67b3a-6906-4e5b-a9b4-5f6ac34e2ac2" providerId="AD" clId="Web-{20BB162E-2D9B-176C-EFD8-F6CB5C48389B}" dt="2025-04-10T08:18:08.725" v="38"/>
          <ac:spMkLst>
            <pc:docMk/>
            <pc:sldMk cId="2508981813" sldId="259"/>
            <ac:spMk id="8" creationId="{C76C2DA9-048D-5A9D-8698-B30CFFC07A6C}"/>
          </ac:spMkLst>
        </pc:spChg>
        <pc:spChg chg="add 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9" creationId="{F311A1D3-C998-03D3-2ED7-F0B173662F5A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14" creationId="{C4285719-470E-454C-AF62-8323075F1F5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16" creationId="{CD9FE4EF-C4D8-49A0-B2FF-81D8DB7D8A24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18" creationId="{4300840D-0A0B-4512-BACA-B439D5B9C57C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20" creationId="{D2B78728-A580-49A7-84F9-6EF6F583ADE0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22" creationId="{38FAA1A1-D861-433F-88FA-1E9D6FD31D11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508981813" sldId="259"/>
            <ac:spMk id="24" creationId="{8D71EDA1-87BF-4D5D-AB79-F346FD19278A}"/>
          </ac:spMkLst>
        </pc:spChg>
        <pc:picChg chg="mod">
          <ac:chgData name="HO Ming Pak" userId="S::24021745a@common.cpce-polyu.edu.hk::dff67b3a-6906-4e5b-a9b4-5f6ac34e2ac2" providerId="AD" clId="Web-{20BB162E-2D9B-176C-EFD8-F6CB5C48389B}" dt="2025-04-10T08:46:13.370" v="219" actId="14100"/>
          <ac:picMkLst>
            <pc:docMk/>
            <pc:sldMk cId="2508981813" sldId="259"/>
            <ac:picMk id="3" creationId="{D980EB22-A303-3691-0683-82327C9E74BD}"/>
          </ac:picMkLst>
        </pc:picChg>
        <pc:picChg chg="add del mod">
          <ac:chgData name="HO Ming Pak" userId="S::24021745a@common.cpce-polyu.edu.hk::dff67b3a-6906-4e5b-a9b4-5f6ac34e2ac2" providerId="AD" clId="Web-{20BB162E-2D9B-176C-EFD8-F6CB5C48389B}" dt="2025-04-10T08:41:24.198" v="175"/>
          <ac:picMkLst>
            <pc:docMk/>
            <pc:sldMk cId="2508981813" sldId="259"/>
            <ac:picMk id="10" creationId="{BBB3BF0F-C75F-F647-4525-4D134AF5E142}"/>
          </ac:picMkLst>
        </pc:picChg>
        <pc:picChg chg="del mod">
          <ac:chgData name="HO Ming Pak" userId="S::24021745a@common.cpce-polyu.edu.hk::dff67b3a-6906-4e5b-a9b4-5f6ac34e2ac2" providerId="AD" clId="Web-{20BB162E-2D9B-176C-EFD8-F6CB5C48389B}" dt="2025-04-10T08:17:16.084" v="30"/>
          <ac:picMkLst>
            <pc:docMk/>
            <pc:sldMk cId="2508981813" sldId="259"/>
            <ac:picMk id="11" creationId="{F89A412F-88D5-5927-6115-079925098189}"/>
          </ac:picMkLst>
        </pc:picChg>
      </pc:sldChg>
      <pc:sldChg chg="addSp delSp modSp mod setBg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1555994020" sldId="260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555994020" sldId="260"/>
            <ac:spMk id="2" creationId="{1EF77BE5-C262-1685-7AF2-ED7ECCF54BFB}"/>
          </ac:spMkLst>
        </pc:spChg>
        <pc:spChg chg="add del mod">
          <ac:chgData name="HO Ming Pak" userId="S::24021745a@common.cpce-polyu.edu.hk::dff67b3a-6906-4e5b-a9b4-5f6ac34e2ac2" providerId="AD" clId="Web-{20BB162E-2D9B-176C-EFD8-F6CB5C48389B}" dt="2025-04-10T08:44:25.464" v="204"/>
          <ac:spMkLst>
            <pc:docMk/>
            <pc:sldMk cId="1555994020" sldId="260"/>
            <ac:spMk id="5" creationId="{C6F13A67-F394-F544-E5B1-F9BDC97BBBC5}"/>
          </ac:spMkLst>
        </pc:spChg>
        <pc:spChg chg="del mod">
          <ac:chgData name="HO Ming Pak" userId="S::24021745a@common.cpce-polyu.edu.hk::dff67b3a-6906-4e5b-a9b4-5f6ac34e2ac2" providerId="AD" clId="Web-{20BB162E-2D9B-176C-EFD8-F6CB5C48389B}" dt="2025-04-10T08:48:38.386" v="323"/>
          <ac:spMkLst>
            <pc:docMk/>
            <pc:sldMk cId="1555994020" sldId="260"/>
            <ac:spMk id="7" creationId="{9CF27684-0A36-BC6F-516C-F1C5F17E036B}"/>
          </ac:spMkLst>
        </pc:spChg>
        <pc:spChg chg="mod">
          <ac:chgData name="HO Ming Pak" userId="S::24021745a@common.cpce-polyu.edu.hk::dff67b3a-6906-4e5b-a9b4-5f6ac34e2ac2" providerId="AD" clId="Web-{20BB162E-2D9B-176C-EFD8-F6CB5C48389B}" dt="2025-04-10T09:45:24.500" v="566" actId="14100"/>
          <ac:spMkLst>
            <pc:docMk/>
            <pc:sldMk cId="1555994020" sldId="260"/>
            <ac:spMk id="8" creationId="{455608CC-7A23-40B7-7B8E-894037DEF5B2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555994020" sldId="260"/>
            <ac:spMk id="13" creationId="{C4285719-470E-454C-AF62-8323075F1F5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555994020" sldId="260"/>
            <ac:spMk id="15" creationId="{CD9FE4EF-C4D8-49A0-B2FF-81D8DB7D8A24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555994020" sldId="260"/>
            <ac:spMk id="17" creationId="{4300840D-0A0B-4512-BACA-B439D5B9C57C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555994020" sldId="260"/>
            <ac:spMk id="19" creationId="{D2B78728-A580-49A7-84F9-6EF6F583ADE0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555994020" sldId="260"/>
            <ac:spMk id="21" creationId="{38FAA1A1-D861-433F-88FA-1E9D6FD31D11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555994020" sldId="260"/>
            <ac:spMk id="23" creationId="{8D71EDA1-87BF-4D5D-AB79-F346FD19278A}"/>
          </ac:spMkLst>
        </pc:spChg>
        <pc:picChg chg="mod">
          <ac:chgData name="HO Ming Pak" userId="S::24021745a@common.cpce-polyu.edu.hk::dff67b3a-6906-4e5b-a9b4-5f6ac34e2ac2" providerId="AD" clId="Web-{20BB162E-2D9B-176C-EFD8-F6CB5C48389B}" dt="2025-04-10T08:48:57.292" v="324"/>
          <ac:picMkLst>
            <pc:docMk/>
            <pc:sldMk cId="1555994020" sldId="260"/>
            <ac:picMk id="3" creationId="{A471BE46-5CDF-D07E-696D-20CAFBF9C78D}"/>
          </ac:picMkLst>
        </pc:picChg>
        <pc:picChg chg="del mod">
          <ac:chgData name="HO Ming Pak" userId="S::24021745a@common.cpce-polyu.edu.hk::dff67b3a-6906-4e5b-a9b4-5f6ac34e2ac2" providerId="AD" clId="Web-{20BB162E-2D9B-176C-EFD8-F6CB5C48389B}" dt="2025-04-10T08:44:09.510" v="202"/>
          <ac:picMkLst>
            <pc:docMk/>
            <pc:sldMk cId="1555994020" sldId="260"/>
            <ac:picMk id="11" creationId="{E28D82DA-BD6B-1C9D-B308-26E308785617}"/>
          </ac:picMkLst>
        </pc:picChg>
      </pc:sldChg>
      <pc:sldChg chg="addSp delSp modSp mod setBg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3214296456" sldId="261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14296456" sldId="261"/>
            <ac:spMk id="2" creationId="{91E92EC8-2894-8F2B-EA92-7210B905F119}"/>
          </ac:spMkLst>
        </pc:spChg>
        <pc:spChg chg="add del mod">
          <ac:chgData name="HO Ming Pak" userId="S::24021745a@common.cpce-polyu.edu.hk::dff67b3a-6906-4e5b-a9b4-5f6ac34e2ac2" providerId="AD" clId="Web-{20BB162E-2D9B-176C-EFD8-F6CB5C48389B}" dt="2025-04-10T08:49:09.199" v="329"/>
          <ac:spMkLst>
            <pc:docMk/>
            <pc:sldMk cId="3214296456" sldId="261"/>
            <ac:spMk id="6" creationId="{38FCA4BA-636D-C76F-A944-8D4B47A4513A}"/>
          </ac:spMkLst>
        </pc:spChg>
        <pc:spChg chg="del mod">
          <ac:chgData name="HO Ming Pak" userId="S::24021745a@common.cpce-polyu.edu.hk::dff67b3a-6906-4e5b-a9b4-5f6ac34e2ac2" providerId="AD" clId="Web-{20BB162E-2D9B-176C-EFD8-F6CB5C48389B}" dt="2025-04-10T08:51:07.887" v="442"/>
          <ac:spMkLst>
            <pc:docMk/>
            <pc:sldMk cId="3214296456" sldId="261"/>
            <ac:spMk id="7" creationId="{5CE07435-F7FF-2267-FAA9-D6A9986C771A}"/>
          </ac:spMkLst>
        </pc:spChg>
        <pc:spChg chg="mod">
          <ac:chgData name="HO Ming Pak" userId="S::24021745a@common.cpce-polyu.edu.hk::dff67b3a-6906-4e5b-a9b4-5f6ac34e2ac2" providerId="AD" clId="Web-{20BB162E-2D9B-176C-EFD8-F6CB5C48389B}" dt="2025-04-10T08:51:14.090" v="443"/>
          <ac:spMkLst>
            <pc:docMk/>
            <pc:sldMk cId="3214296456" sldId="261"/>
            <ac:spMk id="8" creationId="{A6C8D506-9085-DB95-2FD4-3097F6C98822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14296456" sldId="261"/>
            <ac:spMk id="13" creationId="{C4285719-470E-454C-AF62-8323075F1F5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14296456" sldId="261"/>
            <ac:spMk id="15" creationId="{CD9FE4EF-C4D8-49A0-B2FF-81D8DB7D8A24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14296456" sldId="261"/>
            <ac:spMk id="17" creationId="{4300840D-0A0B-4512-BACA-B439D5B9C57C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14296456" sldId="261"/>
            <ac:spMk id="19" creationId="{D2B78728-A580-49A7-84F9-6EF6F583ADE0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14296456" sldId="261"/>
            <ac:spMk id="21" creationId="{38FAA1A1-D861-433F-88FA-1E9D6FD31D11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14296456" sldId="261"/>
            <ac:spMk id="23" creationId="{8D71EDA1-87BF-4D5D-AB79-F346FD19278A}"/>
          </ac:spMkLst>
        </pc:spChg>
        <pc:picChg chg="mod">
          <ac:chgData name="HO Ming Pak" userId="S::24021745a@common.cpce-polyu.edu.hk::dff67b3a-6906-4e5b-a9b4-5f6ac34e2ac2" providerId="AD" clId="Web-{20BB162E-2D9B-176C-EFD8-F6CB5C48389B}" dt="2025-04-10T08:51:14.090" v="443"/>
          <ac:picMkLst>
            <pc:docMk/>
            <pc:sldMk cId="3214296456" sldId="261"/>
            <ac:picMk id="3" creationId="{62E6F41A-AC2C-6A2A-FC3B-F7F61F61ED09}"/>
          </ac:picMkLst>
        </pc:picChg>
        <pc:picChg chg="del mod">
          <ac:chgData name="HO Ming Pak" userId="S::24021745a@common.cpce-polyu.edu.hk::dff67b3a-6906-4e5b-a9b4-5f6ac34e2ac2" providerId="AD" clId="Web-{20BB162E-2D9B-176C-EFD8-F6CB5C48389B}" dt="2025-04-10T08:49:01.496" v="325"/>
          <ac:picMkLst>
            <pc:docMk/>
            <pc:sldMk cId="3214296456" sldId="261"/>
            <ac:picMk id="5" creationId="{156EF43E-4B72-FB4F-03E3-6711862F5B4E}"/>
          </ac:picMkLst>
        </pc:picChg>
      </pc:sldChg>
      <pc:sldChg chg="addSp delSp modSp mod setBg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204138378" sldId="262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04138378" sldId="262"/>
            <ac:spMk id="2" creationId="{C2160C8A-7F5E-932A-F496-27685523037B}"/>
          </ac:spMkLst>
        </pc:spChg>
        <pc:spChg chg="add del mod">
          <ac:chgData name="HO Ming Pak" userId="S::24021745a@common.cpce-polyu.edu.hk::dff67b3a-6906-4e5b-a9b4-5f6ac34e2ac2" providerId="AD" clId="Web-{20BB162E-2D9B-176C-EFD8-F6CB5C48389B}" dt="2025-04-10T08:51:41.762" v="452"/>
          <ac:spMkLst>
            <pc:docMk/>
            <pc:sldMk cId="204138378" sldId="262"/>
            <ac:spMk id="5" creationId="{4D50F14D-2410-5496-AA62-3D2A6CB366CC}"/>
          </ac:spMkLst>
        </pc:spChg>
        <pc:spChg chg="del">
          <ac:chgData name="HO Ming Pak" userId="S::24021745a@common.cpce-polyu.edu.hk::dff67b3a-6906-4e5b-a9b4-5f6ac34e2ac2" providerId="AD" clId="Web-{20BB162E-2D9B-176C-EFD8-F6CB5C48389B}" dt="2025-04-10T08:53:15.199" v="530"/>
          <ac:spMkLst>
            <pc:docMk/>
            <pc:sldMk cId="204138378" sldId="262"/>
            <ac:spMk id="7" creationId="{0E3FCC86-8220-F06D-C708-0C0BBC16CD99}"/>
          </ac:spMkLst>
        </pc:spChg>
        <pc:spChg chg="mod">
          <ac:chgData name="HO Ming Pak" userId="S::24021745a@common.cpce-polyu.edu.hk::dff67b3a-6906-4e5b-a9b4-5f6ac34e2ac2" providerId="AD" clId="Web-{20BB162E-2D9B-176C-EFD8-F6CB5C48389B}" dt="2025-04-10T08:53:21.653" v="531"/>
          <ac:spMkLst>
            <pc:docMk/>
            <pc:sldMk cId="204138378" sldId="262"/>
            <ac:spMk id="8" creationId="{A0EF6735-1489-D1F8-A86C-DFE50974D5B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04138378" sldId="262"/>
            <ac:spMk id="13" creationId="{C4285719-470E-454C-AF62-8323075F1F5B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04138378" sldId="262"/>
            <ac:spMk id="15" creationId="{CD9FE4EF-C4D8-49A0-B2FF-81D8DB7D8A24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04138378" sldId="262"/>
            <ac:spMk id="17" creationId="{4300840D-0A0B-4512-BACA-B439D5B9C57C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04138378" sldId="262"/>
            <ac:spMk id="19" creationId="{D2B78728-A580-49A7-84F9-6EF6F583ADE0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04138378" sldId="262"/>
            <ac:spMk id="21" creationId="{38FAA1A1-D861-433F-88FA-1E9D6FD31D11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04138378" sldId="262"/>
            <ac:spMk id="23" creationId="{8D71EDA1-87BF-4D5D-AB79-F346FD19278A}"/>
          </ac:spMkLst>
        </pc:spChg>
        <pc:picChg chg="mod">
          <ac:chgData name="HO Ming Pak" userId="S::24021745a@common.cpce-polyu.edu.hk::dff67b3a-6906-4e5b-a9b4-5f6ac34e2ac2" providerId="AD" clId="Web-{20BB162E-2D9B-176C-EFD8-F6CB5C48389B}" dt="2025-04-10T08:53:21.653" v="531"/>
          <ac:picMkLst>
            <pc:docMk/>
            <pc:sldMk cId="204138378" sldId="262"/>
            <ac:picMk id="3" creationId="{1BC848DB-98E6-2F75-0727-C0432D78313E}"/>
          </ac:picMkLst>
        </pc:picChg>
        <pc:picChg chg="del">
          <ac:chgData name="HO Ming Pak" userId="S::24021745a@common.cpce-polyu.edu.hk::dff67b3a-6906-4e5b-a9b4-5f6ac34e2ac2" providerId="AD" clId="Web-{20BB162E-2D9B-176C-EFD8-F6CB5C48389B}" dt="2025-04-10T08:51:38.293" v="451"/>
          <ac:picMkLst>
            <pc:docMk/>
            <pc:sldMk cId="204138378" sldId="262"/>
            <ac:picMk id="6" creationId="{1AAFC406-8509-EF83-3858-D89E2F6428D6}"/>
          </ac:picMkLst>
        </pc:picChg>
      </pc:sldChg>
      <pc:sldChg chg="addSp delSp modSp mod setBg modClrScheme delDesignElem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2412818475" sldId="263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412818475" sldId="263"/>
            <ac:spMk id="2" creationId="{0E35395B-2B8E-A305-5DF3-FF436EABBF08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412818475" sldId="263"/>
            <ac:spMk id="10" creationId="{A8384FB5-9ADC-4DDC-881B-597D56F5B15D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412818475" sldId="263"/>
            <ac:spMk id="12" creationId="{91E5A9A7-95C6-4F4F-B00E-C82E07FE62EF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412818475" sldId="263"/>
            <ac:spMk id="14" creationId="{D07DD2DE-F619-49DD-B5E7-03A290FF4ED1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412818475" sldId="263"/>
            <ac:spMk id="16" creationId="{85149191-5F60-4A28-AAFF-039F96B0F3EC}"/>
          </ac:spMkLst>
        </pc:spChg>
        <pc:spChg chg="add del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412818475" sldId="263"/>
            <ac:spMk id="18" creationId="{F8260ED5-17F7-4158-B241-D51DD4CF1B7E}"/>
          </ac:spMkLst>
        </pc:spChg>
        <pc:picChg chg="mod ord">
          <ac:chgData name="HO Ming Pak" userId="S::24021745a@common.cpce-polyu.edu.hk::dff67b3a-6906-4e5b-a9b4-5f6ac34e2ac2" providerId="AD" clId="Web-{20BB162E-2D9B-176C-EFD8-F6CB5C48389B}" dt="2025-04-10T11:22:35.381" v="568"/>
          <ac:picMkLst>
            <pc:docMk/>
            <pc:sldMk cId="2412818475" sldId="263"/>
            <ac:picMk id="5" creationId="{54914D58-047F-0AE5-7DC1-D48981BEDE3B}"/>
          </ac:picMkLst>
        </pc:pic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4185734323" sldId="264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4185734323" sldId="264"/>
            <ac:spMk id="2" creationId="{C875C6BB-1C10-1D51-FCBE-57AF5A21DFC3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4185734323" sldId="264"/>
            <ac:spMk id="4" creationId="{E25CB755-3C15-9ED8-DA50-7FDF6A2F885F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2357459438" sldId="265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357459438" sldId="265"/>
            <ac:spMk id="2" creationId="{9409F7C4-2435-F68D-722B-2451B0AA8223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2357459438" sldId="265"/>
            <ac:spMk id="4" creationId="{A1AC23F0-A0E7-F7F4-51B9-EFA67394377A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417605436" sldId="266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417605436" sldId="266"/>
            <ac:spMk id="2" creationId="{726D8D82-2B47-C799-88EE-62E0EE4C29AE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417605436" sldId="266"/>
            <ac:spMk id="4" creationId="{FC1DC1E7-A928-285A-73C0-3AF4AB2CEB75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701828411" sldId="272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701828411" sldId="272"/>
            <ac:spMk id="2" creationId="{69F94B8A-B3BF-503D-E046-AE090048662F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701828411" sldId="272"/>
            <ac:spMk id="4" creationId="{3AFF8F7D-9DEF-7ABD-7631-127324EFC793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3919273318" sldId="273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919273318" sldId="273"/>
            <ac:spMk id="2" creationId="{CA41A93A-7431-82CA-E50C-1BA46EE3C3AA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919273318" sldId="273"/>
            <ac:spMk id="4" creationId="{95EAF42A-22A2-0A0D-3B01-09E568AAAE05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3867191541" sldId="275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867191541" sldId="275"/>
            <ac:spMk id="2" creationId="{927EFF38-DB8A-005F-9AE4-D8D96C5A4ABB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867191541" sldId="275"/>
            <ac:spMk id="4" creationId="{48B4D195-B312-D05A-E208-F99469E4939A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1172654421" sldId="276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172654421" sldId="276"/>
            <ac:spMk id="2" creationId="{A88B8210-D705-887C-C06F-DC5D7C4A73C4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172654421" sldId="276"/>
            <ac:spMk id="4" creationId="{D3F70C76-5BAC-1B20-4E64-221BD52A638A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3131616788" sldId="277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131616788" sldId="277"/>
            <ac:spMk id="2" creationId="{14FB9D66-E311-FDDF-EBB4-D14698E56D53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131616788" sldId="277"/>
            <ac:spMk id="4" creationId="{D33499D3-9561-DBA2-4AEB-2A38D4466A6A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1677772795" sldId="278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677772795" sldId="278"/>
            <ac:spMk id="2" creationId="{D8A8DBA5-120D-D9C1-9B1D-D5099C298601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677772795" sldId="278"/>
            <ac:spMk id="4" creationId="{26151D5A-C86D-85C5-4EDA-CBA56E7B1B48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3235031591" sldId="279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35031591" sldId="279"/>
            <ac:spMk id="2" creationId="{0C5C0BE0-BFFB-397E-48DA-CDC1FC475B4B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235031591" sldId="279"/>
            <ac:spMk id="4" creationId="{9F5E7603-8EFA-4BD7-6D76-5EA295151E8C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1683989293" sldId="280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683989293" sldId="280"/>
            <ac:spMk id="2" creationId="{EED233C2-6B68-5419-A532-7CF74773CCB0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1683989293" sldId="280"/>
            <ac:spMk id="4" creationId="{F2E59273-BBB9-FA22-CBE9-DF8A1AB55B3F}"/>
          </ac:spMkLst>
        </pc:spChg>
      </pc:sldChg>
      <pc:sldChg chg="modSp mod modClrScheme chgLayout">
        <pc:chgData name="HO Ming Pak" userId="S::24021745a@common.cpce-polyu.edu.hk::dff67b3a-6906-4e5b-a9b4-5f6ac34e2ac2" providerId="AD" clId="Web-{20BB162E-2D9B-176C-EFD8-F6CB5C48389B}" dt="2025-04-10T11:22:35.381" v="568"/>
        <pc:sldMkLst>
          <pc:docMk/>
          <pc:sldMk cId="3986882889" sldId="281"/>
        </pc:sldMkLst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986882889" sldId="281"/>
            <ac:spMk id="2" creationId="{98DD2853-B06F-8B61-3884-F48CBCC4DFB1}"/>
          </ac:spMkLst>
        </pc:spChg>
        <pc:spChg chg="mod ord">
          <ac:chgData name="HO Ming Pak" userId="S::24021745a@common.cpce-polyu.edu.hk::dff67b3a-6906-4e5b-a9b4-5f6ac34e2ac2" providerId="AD" clId="Web-{20BB162E-2D9B-176C-EFD8-F6CB5C48389B}" dt="2025-04-10T11:22:35.381" v="568"/>
          <ac:spMkLst>
            <pc:docMk/>
            <pc:sldMk cId="3986882889" sldId="281"/>
            <ac:spMk id="4" creationId="{CFEC071F-DB8C-C0CE-5D0F-121DFAB29F31}"/>
          </ac:spMkLst>
        </pc:spChg>
      </pc:sldChg>
      <pc:sldMasterChg chg="add del addSldLayout delSldLayout">
        <pc:chgData name="HO Ming Pak" userId="S::24021745a@common.cpce-polyu.edu.hk::dff67b3a-6906-4e5b-a9b4-5f6ac34e2ac2" providerId="AD" clId="Web-{20BB162E-2D9B-176C-EFD8-F6CB5C48389B}" dt="2025-04-10T11:22:35.381" v="568"/>
        <pc:sldMasterMkLst>
          <pc:docMk/>
          <pc:sldMasterMk cId="1630649787" sldId="2147483648"/>
        </pc:sldMasterMkLst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3869759028" sldId="2147483649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1848521057" sldId="2147483650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2584602318" sldId="2147483651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143547553" sldId="2147483652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1273388231" sldId="2147483653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1837182986" sldId="2147483654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2420175792" sldId="2147483655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3892816670" sldId="2147483656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2884029717" sldId="2147483657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2661685379" sldId="2147483658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30649787" sldId="2147483648"/>
            <pc:sldLayoutMk cId="1052978101" sldId="2147483659"/>
          </pc:sldLayoutMkLst>
        </pc:sldLayoutChg>
      </pc:sldMasterChg>
      <pc:sldMasterChg chg="add del addSldLayout delSldLayout">
        <pc:chgData name="HO Ming Pak" userId="S::24021745a@common.cpce-polyu.edu.hk::dff67b3a-6906-4e5b-a9b4-5f6ac34e2ac2" providerId="AD" clId="Web-{20BB162E-2D9B-176C-EFD8-F6CB5C48389B}" dt="2025-04-10T11:22:35.381" v="568"/>
        <pc:sldMasterMkLst>
          <pc:docMk/>
          <pc:sldMasterMk cId="4157952035" sldId="2147483660"/>
        </pc:sldMasterMkLst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373921260" sldId="2147483661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2925998077" sldId="2147483662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1405174031" sldId="2147483663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1989671346" sldId="2147483664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1158505663" sldId="2147483665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2095357011" sldId="2147483666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1279987633" sldId="2147483667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2474895242" sldId="2147483668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2028506296" sldId="2147483669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3309680603" sldId="2147483670"/>
          </pc:sldLayoutMkLst>
        </pc:sldLayoutChg>
        <pc:sldLayoutChg chg="add del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4157952035" sldId="2147483660"/>
            <pc:sldLayoutMk cId="3615898246" sldId="2147483671"/>
          </pc:sldLayoutMkLst>
        </pc:sldLayoutChg>
      </pc:sldMasterChg>
      <pc:sldMasterChg chg="add del addSldLayout delSldLayout modSldLayout">
        <pc:chgData name="HO Ming Pak" userId="S::24021745a@common.cpce-polyu.edu.hk::dff67b3a-6906-4e5b-a9b4-5f6ac34e2ac2" providerId="AD" clId="Web-{20BB162E-2D9B-176C-EFD8-F6CB5C48389B}" dt="2025-04-10T11:22:35.381" v="568"/>
        <pc:sldMasterMkLst>
          <pc:docMk/>
          <pc:sldMasterMk cId="1673898373" sldId="2147483672"/>
        </pc:sldMasterMkLst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2848069959" sldId="2147483673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3528665340" sldId="2147483674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766063387" sldId="2147483675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4074013393" sldId="2147483676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1475713653" sldId="2147483677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1767245303" sldId="2147483678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2462208378" sldId="2147483679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3432744953" sldId="2147483680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457095188" sldId="2147483681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1423354246" sldId="2147483682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5570142" sldId="2147483683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2915192067" sldId="2147483684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2551139422" sldId="2147483685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627391138" sldId="2147483686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3944103068" sldId="2147483687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3811951714" sldId="2147483688"/>
          </pc:sldLayoutMkLst>
        </pc:sldLayoutChg>
        <pc:sldLayoutChg chg="add del mod replId">
          <pc:chgData name="HO Ming Pak" userId="S::24021745a@common.cpce-polyu.edu.hk::dff67b3a-6906-4e5b-a9b4-5f6ac34e2ac2" providerId="AD" clId="Web-{20BB162E-2D9B-176C-EFD8-F6CB5C48389B}" dt="2025-04-10T11:22:35.381" v="568"/>
          <pc:sldLayoutMkLst>
            <pc:docMk/>
            <pc:sldMasterMk cId="1673898373" sldId="2147483672"/>
            <pc:sldLayoutMk cId="1620692134" sldId="2147483689"/>
          </pc:sldLayoutMkLst>
        </pc:sldLayoutChg>
      </pc:sldMasterChg>
    </pc:docChg>
  </pc:docChgLst>
  <pc:docChgLst>
    <pc:chgData name="HO Ming Pak" userId="S::24021745a@common.cpce-polyu.edu.hk::dff67b3a-6906-4e5b-a9b4-5f6ac34e2ac2" providerId="AD" clId="Web-{9242809F-0AB4-8AA9-8D71-072A346D79B0}"/>
    <pc:docChg chg="modSld">
      <pc:chgData name="HO Ming Pak" userId="S::24021745a@common.cpce-polyu.edu.hk::dff67b3a-6906-4e5b-a9b4-5f6ac34e2ac2" providerId="AD" clId="Web-{9242809F-0AB4-8AA9-8D71-072A346D79B0}" dt="2025-04-09T18:31:10.802" v="15" actId="20577"/>
      <pc:docMkLst>
        <pc:docMk/>
      </pc:docMkLst>
      <pc:sldChg chg="modSp">
        <pc:chgData name="HO Ming Pak" userId="S::24021745a@common.cpce-polyu.edu.hk::dff67b3a-6906-4e5b-a9b4-5f6ac34e2ac2" providerId="AD" clId="Web-{9242809F-0AB4-8AA9-8D71-072A346D79B0}" dt="2025-04-09T18:31:10.802" v="15" actId="20577"/>
        <pc:sldMkLst>
          <pc:docMk/>
          <pc:sldMk cId="1033401432" sldId="257"/>
        </pc:sldMkLst>
        <pc:spChg chg="mod">
          <ac:chgData name="HO Ming Pak" userId="S::24021745a@common.cpce-polyu.edu.hk::dff67b3a-6906-4e5b-a9b4-5f6ac34e2ac2" providerId="AD" clId="Web-{9242809F-0AB4-8AA9-8D71-072A346D79B0}" dt="2025-04-09T18:31:10.802" v="15" actId="20577"/>
          <ac:spMkLst>
            <pc:docMk/>
            <pc:sldMk cId="1033401432" sldId="257"/>
            <ac:spMk id="3" creationId="{622A46A9-81EA-9190-0FC7-5BFACBF52086}"/>
          </ac:spMkLst>
        </pc:spChg>
      </pc:sldChg>
    </pc:docChg>
  </pc:docChgLst>
  <pc:docChgLst>
    <pc:chgData name="WONG Yat To Watson" userId="S::24019633a@common.cpce-polyu.edu.hk::4cb7a5d5-9ff2-4c4d-9e92-17bab1a7aa47" providerId="AD" clId="Web-{84173594-FFB3-C3C5-2864-69E1A028DF2E}"/>
    <pc:docChg chg="addSld delSld modSld">
      <pc:chgData name="WONG Yat To Watson" userId="S::24019633a@common.cpce-polyu.edu.hk::4cb7a5d5-9ff2-4c4d-9e92-17bab1a7aa47" providerId="AD" clId="Web-{84173594-FFB3-C3C5-2864-69E1A028DF2E}" dt="2025-04-10T17:25:20.426" v="685" actId="1076"/>
      <pc:docMkLst>
        <pc:docMk/>
      </pc:docMkLst>
      <pc:sldChg chg="addSp delSp modSp">
        <pc:chgData name="WONG Yat To Watson" userId="S::24019633a@common.cpce-polyu.edu.hk::4cb7a5d5-9ff2-4c4d-9e92-17bab1a7aa47" providerId="AD" clId="Web-{84173594-FFB3-C3C5-2864-69E1A028DF2E}" dt="2025-04-10T08:11:44.876" v="196" actId="1076"/>
        <pc:sldMkLst>
          <pc:docMk/>
          <pc:sldMk cId="2508981813" sldId="259"/>
        </pc:sldMkLst>
        <pc:spChg chg="mod">
          <ac:chgData name="WONG Yat To Watson" userId="S::24019633a@common.cpce-polyu.edu.hk::4cb7a5d5-9ff2-4c4d-9e92-17bab1a7aa47" providerId="AD" clId="Web-{84173594-FFB3-C3C5-2864-69E1A028DF2E}" dt="2025-04-09T16:42:37.578" v="6" actId="20577"/>
          <ac:spMkLst>
            <pc:docMk/>
            <pc:sldMk cId="2508981813" sldId="259"/>
            <ac:spMk id="2" creationId="{040CCF7F-A85C-8046-1B77-53D7FBBEA347}"/>
          </ac:spMkLst>
        </pc:spChg>
        <pc:spChg chg="del">
          <ac:chgData name="WONG Yat To Watson" userId="S::24019633a@common.cpce-polyu.edu.hk::4cb7a5d5-9ff2-4c4d-9e92-17bab1a7aa47" providerId="AD" clId="Web-{84173594-FFB3-C3C5-2864-69E1A028DF2E}" dt="2025-04-09T18:09:34.579" v="9"/>
          <ac:spMkLst>
            <pc:docMk/>
            <pc:sldMk cId="2508981813" sldId="259"/>
            <ac:spMk id="3" creationId="{4FA1577F-C08A-5094-D973-A1BF093FAAD4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24:37.956" v="184" actId="20577"/>
          <ac:spMkLst>
            <pc:docMk/>
            <pc:sldMk cId="2508981813" sldId="259"/>
            <ac:spMk id="5" creationId="{06646475-E3E9-B097-CF1D-18DF02804E47}"/>
          </ac:spMkLst>
        </pc:spChg>
        <pc:spChg chg="add del">
          <ac:chgData name="WONG Yat To Watson" userId="S::24019633a@common.cpce-polyu.edu.hk::4cb7a5d5-9ff2-4c4d-9e92-17bab1a7aa47" providerId="AD" clId="Web-{84173594-FFB3-C3C5-2864-69E1A028DF2E}" dt="2025-04-09T18:13:49.973" v="47"/>
          <ac:spMkLst>
            <pc:docMk/>
            <pc:sldMk cId="2508981813" sldId="259"/>
            <ac:spMk id="6" creationId="{07FFDC90-54F7-F348-3B42-2A834C56F785}"/>
          </ac:spMkLst>
        </pc:spChg>
        <pc:spChg chg="add del mod">
          <ac:chgData name="WONG Yat To Watson" userId="S::24019633a@common.cpce-polyu.edu.hk::4cb7a5d5-9ff2-4c4d-9e92-17bab1a7aa47" providerId="AD" clId="Web-{84173594-FFB3-C3C5-2864-69E1A028DF2E}" dt="2025-04-09T18:14:20.035" v="58"/>
          <ac:spMkLst>
            <pc:docMk/>
            <pc:sldMk cId="2508981813" sldId="259"/>
            <ac:spMk id="7" creationId="{2A46F2E0-F3DF-9EB1-0571-9F88252DC298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17:01.841" v="92" actId="20577"/>
          <ac:spMkLst>
            <pc:docMk/>
            <pc:sldMk cId="2508981813" sldId="259"/>
            <ac:spMk id="8" creationId="{C76C2DA9-048D-5A9D-8698-B30CFFC07A6C}"/>
          </ac:spMkLst>
        </pc:spChg>
        <pc:spChg chg="add del mod">
          <ac:chgData name="WONG Yat To Watson" userId="S::24019633a@common.cpce-polyu.edu.hk::4cb7a5d5-9ff2-4c4d-9e92-17bab1a7aa47" providerId="AD" clId="Web-{84173594-FFB3-C3C5-2864-69E1A028DF2E}" dt="2025-04-09T18:23:24.049" v="179"/>
          <ac:spMkLst>
            <pc:docMk/>
            <pc:sldMk cId="2508981813" sldId="259"/>
            <ac:spMk id="10" creationId="{9EEFE3EC-8429-F633-62A1-C21829635279}"/>
          </ac:spMkLst>
        </pc:spChg>
        <pc:picChg chg="add mod">
          <ac:chgData name="WONG Yat To Watson" userId="S::24019633a@common.cpce-polyu.edu.hk::4cb7a5d5-9ff2-4c4d-9e92-17bab1a7aa47" providerId="AD" clId="Web-{84173594-FFB3-C3C5-2864-69E1A028DF2E}" dt="2025-04-10T08:11:38.486" v="194" actId="1076"/>
          <ac:picMkLst>
            <pc:docMk/>
            <pc:sldMk cId="2508981813" sldId="259"/>
            <ac:picMk id="3" creationId="{D980EB22-A303-3691-0683-82327C9E74BD}"/>
          </ac:picMkLst>
        </pc:picChg>
        <pc:picChg chg="add del mod ord">
          <ac:chgData name="WONG Yat To Watson" userId="S::24019633a@common.cpce-polyu.edu.hk::4cb7a5d5-9ff2-4c4d-9e92-17bab1a7aa47" providerId="AD" clId="Web-{84173594-FFB3-C3C5-2864-69E1A028DF2E}" dt="2025-04-09T18:23:17.471" v="178"/>
          <ac:picMkLst>
            <pc:docMk/>
            <pc:sldMk cId="2508981813" sldId="259"/>
            <ac:picMk id="4" creationId="{E8EBB730-1395-9FE0-5B28-8D665C42D791}"/>
          </ac:picMkLst>
        </pc:picChg>
        <pc:picChg chg="add mod ord">
          <ac:chgData name="WONG Yat To Watson" userId="S::24019633a@common.cpce-polyu.edu.hk::4cb7a5d5-9ff2-4c4d-9e92-17bab1a7aa47" providerId="AD" clId="Web-{84173594-FFB3-C3C5-2864-69E1A028DF2E}" dt="2025-04-10T08:11:44.876" v="196" actId="1076"/>
          <ac:picMkLst>
            <pc:docMk/>
            <pc:sldMk cId="2508981813" sldId="259"/>
            <ac:picMk id="11" creationId="{F89A412F-88D5-5927-6115-079925098189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08:12:15.237" v="199" actId="1076"/>
        <pc:sldMkLst>
          <pc:docMk/>
          <pc:sldMk cId="1555994020" sldId="260"/>
        </pc:sldMkLst>
        <pc:spChg chg="add del mod">
          <ac:chgData name="WONG Yat To Watson" userId="S::24019633a@common.cpce-polyu.edu.hk::4cb7a5d5-9ff2-4c4d-9e92-17bab1a7aa47" providerId="AD" clId="Web-{84173594-FFB3-C3C5-2864-69E1A028DF2E}" dt="2025-04-09T18:09:55.345" v="12"/>
          <ac:spMkLst>
            <pc:docMk/>
            <pc:sldMk cId="1555994020" sldId="260"/>
            <ac:spMk id="5" creationId="{811223CD-0D92-80A3-B5BD-2721760426A6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17:42.982" v="121" actId="20577"/>
          <ac:spMkLst>
            <pc:docMk/>
            <pc:sldMk cId="1555994020" sldId="260"/>
            <ac:spMk id="7" creationId="{9CF27684-0A36-BC6F-516C-F1C5F17E036B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24:46.019" v="186" actId="20577"/>
          <ac:spMkLst>
            <pc:docMk/>
            <pc:sldMk cId="1555994020" sldId="260"/>
            <ac:spMk id="8" creationId="{455608CC-7A23-40B7-7B8E-894037DEF5B2}"/>
          </ac:spMkLst>
        </pc:spChg>
        <pc:spChg chg="add del mod">
          <ac:chgData name="WONG Yat To Watson" userId="S::24019633a@common.cpce-polyu.edu.hk::4cb7a5d5-9ff2-4c4d-9e92-17bab1a7aa47" providerId="AD" clId="Web-{84173594-FFB3-C3C5-2864-69E1A028DF2E}" dt="2025-04-09T18:23:36.331" v="182"/>
          <ac:spMkLst>
            <pc:docMk/>
            <pc:sldMk cId="1555994020" sldId="260"/>
            <ac:spMk id="10" creationId="{E2D60F74-F755-04B2-8E9F-B6A93CB49A1A}"/>
          </ac:spMkLst>
        </pc:spChg>
        <pc:picChg chg="add mod">
          <ac:chgData name="WONG Yat To Watson" userId="S::24019633a@common.cpce-polyu.edu.hk::4cb7a5d5-9ff2-4c4d-9e92-17bab1a7aa47" providerId="AD" clId="Web-{84173594-FFB3-C3C5-2864-69E1A028DF2E}" dt="2025-04-10T08:12:15.237" v="199" actId="1076"/>
          <ac:picMkLst>
            <pc:docMk/>
            <pc:sldMk cId="1555994020" sldId="260"/>
            <ac:picMk id="3" creationId="{A471BE46-5CDF-D07E-696D-20CAFBF9C78D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09T18:09:45.563" v="11"/>
          <ac:picMkLst>
            <pc:docMk/>
            <pc:sldMk cId="1555994020" sldId="260"/>
            <ac:picMk id="4" creationId="{AF7AD03E-3C5D-C3BE-6BCB-77AAC966F49A}"/>
          </ac:picMkLst>
        </pc:picChg>
        <pc:picChg chg="add del mod ord">
          <ac:chgData name="WONG Yat To Watson" userId="S::24019633a@common.cpce-polyu.edu.hk::4cb7a5d5-9ff2-4c4d-9e92-17bab1a7aa47" providerId="AD" clId="Web-{84173594-FFB3-C3C5-2864-69E1A028DF2E}" dt="2025-04-09T18:23:31.252" v="181"/>
          <ac:picMkLst>
            <pc:docMk/>
            <pc:sldMk cId="1555994020" sldId="260"/>
            <ac:picMk id="6" creationId="{1366DA28-D777-9068-D8EF-156FB1326630}"/>
          </ac:picMkLst>
        </pc:picChg>
        <pc:picChg chg="add mod ord">
          <ac:chgData name="WONG Yat To Watson" userId="S::24019633a@common.cpce-polyu.edu.hk::4cb7a5d5-9ff2-4c4d-9e92-17bab1a7aa47" providerId="AD" clId="Web-{84173594-FFB3-C3C5-2864-69E1A028DF2E}" dt="2025-04-09T18:23:36.331" v="182"/>
          <ac:picMkLst>
            <pc:docMk/>
            <pc:sldMk cId="1555994020" sldId="260"/>
            <ac:picMk id="11" creationId="{E28D82DA-BD6B-1C9D-B308-26E308785617}"/>
          </ac:picMkLst>
        </pc:picChg>
      </pc:sldChg>
      <pc:sldChg chg="add del replId">
        <pc:chgData name="WONG Yat To Watson" userId="S::24019633a@common.cpce-polyu.edu.hk::4cb7a5d5-9ff2-4c4d-9e92-17bab1a7aa47" providerId="AD" clId="Web-{84173594-FFB3-C3C5-2864-69E1A028DF2E}" dt="2025-04-09T18:09:09.172" v="8"/>
        <pc:sldMkLst>
          <pc:docMk/>
          <pc:sldMk cId="1698937884" sldId="260"/>
        </pc:sldMkLst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08:12:39.629" v="202" actId="1076"/>
        <pc:sldMkLst>
          <pc:docMk/>
          <pc:sldMk cId="3214296456" sldId="261"/>
        </pc:sldMkLst>
        <pc:spChg chg="add del mod">
          <ac:chgData name="WONG Yat To Watson" userId="S::24019633a@common.cpce-polyu.edu.hk::4cb7a5d5-9ff2-4c4d-9e92-17bab1a7aa47" providerId="AD" clId="Web-{84173594-FFB3-C3C5-2864-69E1A028DF2E}" dt="2025-04-09T18:10:07.454" v="15"/>
          <ac:spMkLst>
            <pc:docMk/>
            <pc:sldMk cId="3214296456" sldId="261"/>
            <ac:spMk id="4" creationId="{5D0322F4-609A-D88F-18F5-5D043D4131CF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18:05.326" v="141" actId="20577"/>
          <ac:spMkLst>
            <pc:docMk/>
            <pc:sldMk cId="3214296456" sldId="261"/>
            <ac:spMk id="7" creationId="{5CE07435-F7FF-2267-FAA9-D6A9986C771A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25:01.222" v="189" actId="20577"/>
          <ac:spMkLst>
            <pc:docMk/>
            <pc:sldMk cId="3214296456" sldId="261"/>
            <ac:spMk id="8" creationId="{A6C8D506-9085-DB95-2FD4-3097F6C98822}"/>
          </ac:spMkLst>
        </pc:spChg>
        <pc:picChg chg="add mod">
          <ac:chgData name="WONG Yat To Watson" userId="S::24019633a@common.cpce-polyu.edu.hk::4cb7a5d5-9ff2-4c4d-9e92-17bab1a7aa47" providerId="AD" clId="Web-{84173594-FFB3-C3C5-2864-69E1A028DF2E}" dt="2025-04-10T08:12:38.097" v="201" actId="1076"/>
          <ac:picMkLst>
            <pc:docMk/>
            <pc:sldMk cId="3214296456" sldId="261"/>
            <ac:picMk id="3" creationId="{62E6F41A-AC2C-6A2A-FC3B-F7F61F61ED09}"/>
          </ac:picMkLst>
        </pc:picChg>
        <pc:picChg chg="add mod ord">
          <ac:chgData name="WONG Yat To Watson" userId="S::24019633a@common.cpce-polyu.edu.hk::4cb7a5d5-9ff2-4c4d-9e92-17bab1a7aa47" providerId="AD" clId="Web-{84173594-FFB3-C3C5-2864-69E1A028DF2E}" dt="2025-04-10T08:12:39.629" v="202" actId="1076"/>
          <ac:picMkLst>
            <pc:docMk/>
            <pc:sldMk cId="3214296456" sldId="261"/>
            <ac:picMk id="5" creationId="{156EF43E-4B72-FB4F-03E3-6711862F5B4E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09T18:10:04.032" v="14"/>
          <ac:picMkLst>
            <pc:docMk/>
            <pc:sldMk cId="3214296456" sldId="261"/>
            <ac:picMk id="6" creationId="{6B3303EC-6BA5-13F3-14C7-2F6F0F21B918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09:48:32.071" v="209" actId="20577"/>
        <pc:sldMkLst>
          <pc:docMk/>
          <pc:sldMk cId="204138378" sldId="262"/>
        </pc:sldMkLst>
        <pc:spChg chg="add del mod">
          <ac:chgData name="WONG Yat To Watson" userId="S::24019633a@common.cpce-polyu.edu.hk::4cb7a5d5-9ff2-4c4d-9e92-17bab1a7aa47" providerId="AD" clId="Web-{84173594-FFB3-C3C5-2864-69E1A028DF2E}" dt="2025-04-09T18:10:19.892" v="18"/>
          <ac:spMkLst>
            <pc:docMk/>
            <pc:sldMk cId="204138378" sldId="262"/>
            <ac:spMk id="4" creationId="{A62E4428-A485-F90A-EE02-666245E73B6A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18:26.139" v="165" actId="20577"/>
          <ac:spMkLst>
            <pc:docMk/>
            <pc:sldMk cId="204138378" sldId="262"/>
            <ac:spMk id="7" creationId="{0E3FCC86-8220-F06D-C708-0C0BBC16CD99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10T09:48:32.071" v="209" actId="20577"/>
          <ac:spMkLst>
            <pc:docMk/>
            <pc:sldMk cId="204138378" sldId="262"/>
            <ac:spMk id="8" creationId="{A0EF6735-1489-D1F8-A86C-DFE50974D5BB}"/>
          </ac:spMkLst>
        </pc:spChg>
        <pc:spChg chg="add del">
          <ac:chgData name="WONG Yat To Watson" userId="S::24019633a@common.cpce-polyu.edu.hk::4cb7a5d5-9ff2-4c4d-9e92-17bab1a7aa47" providerId="AD" clId="Web-{84173594-FFB3-C3C5-2864-69E1A028DF2E}" dt="2025-04-09T18:19:12.905" v="176"/>
          <ac:spMkLst>
            <pc:docMk/>
            <pc:sldMk cId="204138378" sldId="262"/>
            <ac:spMk id="9" creationId="{D5D97955-CFC8-954C-0B35-1762086AABB2}"/>
          </ac:spMkLst>
        </pc:spChg>
        <pc:picChg chg="add mod">
          <ac:chgData name="WONG Yat To Watson" userId="S::24019633a@common.cpce-polyu.edu.hk::4cb7a5d5-9ff2-4c4d-9e92-17bab1a7aa47" providerId="AD" clId="Web-{84173594-FFB3-C3C5-2864-69E1A028DF2E}" dt="2025-04-10T08:12:59.411" v="204" actId="1076"/>
          <ac:picMkLst>
            <pc:docMk/>
            <pc:sldMk cId="204138378" sldId="262"/>
            <ac:picMk id="3" creationId="{1BC848DB-98E6-2F75-0727-C0432D78313E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09T18:10:16.064" v="17"/>
          <ac:picMkLst>
            <pc:docMk/>
            <pc:sldMk cId="204138378" sldId="262"/>
            <ac:picMk id="5" creationId="{D08DE9EF-DCF0-6923-6E21-FD598F74674D}"/>
          </ac:picMkLst>
        </pc:picChg>
        <pc:picChg chg="add mod ord">
          <ac:chgData name="WONG Yat To Watson" userId="S::24019633a@common.cpce-polyu.edu.hk::4cb7a5d5-9ff2-4c4d-9e92-17bab1a7aa47" providerId="AD" clId="Web-{84173594-FFB3-C3C5-2864-69E1A028DF2E}" dt="2025-04-09T18:10:19.892" v="18"/>
          <ac:picMkLst>
            <pc:docMk/>
            <pc:sldMk cId="204138378" sldId="262"/>
            <ac:picMk id="6" creationId="{1AAFC406-8509-EF83-3858-D89E2F6428D6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09T18:11:28.158" v="30" actId="1076"/>
        <pc:sldMkLst>
          <pc:docMk/>
          <pc:sldMk cId="2412818475" sldId="263"/>
        </pc:sldMkLst>
        <pc:spChg chg="mod">
          <ac:chgData name="WONG Yat To Watson" userId="S::24019633a@common.cpce-polyu.edu.hk::4cb7a5d5-9ff2-4c4d-9e92-17bab1a7aa47" providerId="AD" clId="Web-{84173594-FFB3-C3C5-2864-69E1A028DF2E}" dt="2025-04-09T18:11:12.314" v="27" actId="20577"/>
          <ac:spMkLst>
            <pc:docMk/>
            <pc:sldMk cId="2412818475" sldId="263"/>
            <ac:spMk id="2" creationId="{0E35395B-2B8E-A305-5DF3-FF436EABBF08}"/>
          </ac:spMkLst>
        </pc:spChg>
        <pc:spChg chg="add del mod">
          <ac:chgData name="WONG Yat To Watson" userId="S::24019633a@common.cpce-polyu.edu.hk::4cb7a5d5-9ff2-4c4d-9e92-17bab1a7aa47" providerId="AD" clId="Web-{84173594-FFB3-C3C5-2864-69E1A028DF2E}" dt="2025-04-09T18:11:21.533" v="28"/>
          <ac:spMkLst>
            <pc:docMk/>
            <pc:sldMk cId="2412818475" sldId="263"/>
            <ac:spMk id="4" creationId="{CD68AC81-7DEE-39FB-A343-3A53BE563BB1}"/>
          </ac:spMkLst>
        </pc:spChg>
        <pc:picChg chg="add mod ord">
          <ac:chgData name="WONG Yat To Watson" userId="S::24019633a@common.cpce-polyu.edu.hk::4cb7a5d5-9ff2-4c4d-9e92-17bab1a7aa47" providerId="AD" clId="Web-{84173594-FFB3-C3C5-2864-69E1A028DF2E}" dt="2025-04-09T18:11:28.158" v="30" actId="1076"/>
          <ac:picMkLst>
            <pc:docMk/>
            <pc:sldMk cId="2412818475" sldId="263"/>
            <ac:picMk id="5" creationId="{54914D58-047F-0AE5-7DC1-D48981BEDE3B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09T18:11:00.752" v="24"/>
          <ac:picMkLst>
            <pc:docMk/>
            <pc:sldMk cId="2412818475" sldId="263"/>
            <ac:picMk id="6" creationId="{4FADECF6-FC29-33F5-18F7-31CC04D70B89}"/>
          </ac:picMkLst>
        </pc:picChg>
      </pc:sldChg>
      <pc:sldChg chg="modSp new del">
        <pc:chgData name="WONG Yat To Watson" userId="S::24019633a@common.cpce-polyu.edu.hk::4cb7a5d5-9ff2-4c4d-9e92-17bab1a7aa47" providerId="AD" clId="Web-{84173594-FFB3-C3C5-2864-69E1A028DF2E}" dt="2025-04-09T18:10:56.986" v="22"/>
        <pc:sldMkLst>
          <pc:docMk/>
          <pc:sldMk cId="3085982950" sldId="263"/>
        </pc:sldMkLst>
        <pc:spChg chg="mod">
          <ac:chgData name="WONG Yat To Watson" userId="S::24019633a@common.cpce-polyu.edu.hk::4cb7a5d5-9ff2-4c4d-9e92-17bab1a7aa47" providerId="AD" clId="Web-{84173594-FFB3-C3C5-2864-69E1A028DF2E}" dt="2025-04-09T18:10:55.298" v="21" actId="20577"/>
          <ac:spMkLst>
            <pc:docMk/>
            <pc:sldMk cId="3085982950" sldId="263"/>
            <ac:spMk id="2" creationId="{327ADB4E-F5E1-5129-98D0-84924CBE1DA3}"/>
          </ac:spMkLst>
        </pc:sp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10:06:09.332" v="228" actId="20577"/>
        <pc:sldMkLst>
          <pc:docMk/>
          <pc:sldMk cId="4185734323" sldId="264"/>
        </pc:sldMkLst>
        <pc:spChg chg="mod">
          <ac:chgData name="WONG Yat To Watson" userId="S::24019633a@common.cpce-polyu.edu.hk::4cb7a5d5-9ff2-4c4d-9e92-17bab1a7aa47" providerId="AD" clId="Web-{84173594-FFB3-C3C5-2864-69E1A028DF2E}" dt="2025-04-10T10:06:09.332" v="228" actId="20577"/>
          <ac:spMkLst>
            <pc:docMk/>
            <pc:sldMk cId="4185734323" sldId="264"/>
            <ac:spMk id="2" creationId="{C875C6BB-1C10-1D51-FCBE-57AF5A21DFC3}"/>
          </ac:spMkLst>
        </pc:spChg>
        <pc:spChg chg="add del">
          <ac:chgData name="WONG Yat To Watson" userId="S::24019633a@common.cpce-polyu.edu.hk::4cb7a5d5-9ff2-4c4d-9e92-17bab1a7aa47" providerId="AD" clId="Web-{84173594-FFB3-C3C5-2864-69E1A028DF2E}" dt="2025-04-10T10:05:05.407" v="211"/>
          <ac:spMkLst>
            <pc:docMk/>
            <pc:sldMk cId="4185734323" sldId="264"/>
            <ac:spMk id="3" creationId="{D925EC4D-335C-5F2D-6220-013E92681A0D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09T18:12:02.268" v="32"/>
          <ac:spMkLst>
            <pc:docMk/>
            <pc:sldMk cId="4185734323" sldId="264"/>
            <ac:spMk id="4" creationId="{E25CB755-3C15-9ED8-DA50-7FDF6A2F885F}"/>
          </ac:spMkLst>
        </pc:spChg>
        <pc:spChg chg="add mod">
          <ac:chgData name="WONG Yat To Watson" userId="S::24019633a@common.cpce-polyu.edu.hk::4cb7a5d5-9ff2-4c4d-9e92-17bab1a7aa47" providerId="AD" clId="Web-{84173594-FFB3-C3C5-2864-69E1A028DF2E}" dt="2025-04-10T10:05:18.423" v="216" actId="1076"/>
          <ac:spMkLst>
            <pc:docMk/>
            <pc:sldMk cId="4185734323" sldId="264"/>
            <ac:spMk id="5" creationId="{F2A203C8-5A2B-5C95-37DB-FE66C5C3F42A}"/>
          </ac:spMkLst>
        </pc:spChg>
        <pc:picChg chg="del">
          <ac:chgData name="WONG Yat To Watson" userId="S::24019633a@common.cpce-polyu.edu.hk::4cb7a5d5-9ff2-4c4d-9e92-17bab1a7aa47" providerId="AD" clId="Web-{84173594-FFB3-C3C5-2864-69E1A028DF2E}" dt="2025-04-09T18:12:02.268" v="32"/>
          <ac:picMkLst>
            <pc:docMk/>
            <pc:sldMk cId="4185734323" sldId="264"/>
            <ac:picMk id="5" creationId="{F3856328-9AC8-3207-F0A7-7AFBEEEB785F}"/>
          </ac:picMkLst>
        </pc:picChg>
      </pc:sldChg>
      <pc:sldChg chg="modSp add replId">
        <pc:chgData name="WONG Yat To Watson" userId="S::24019633a@common.cpce-polyu.edu.hk::4cb7a5d5-9ff2-4c4d-9e92-17bab1a7aa47" providerId="AD" clId="Web-{84173594-FFB3-C3C5-2864-69E1A028DF2E}" dt="2025-04-10T08:24:01.890" v="208" actId="20577"/>
        <pc:sldMkLst>
          <pc:docMk/>
          <pc:sldMk cId="2357459438" sldId="265"/>
        </pc:sldMkLst>
        <pc:spChg chg="mod">
          <ac:chgData name="WONG Yat To Watson" userId="S::24019633a@common.cpce-polyu.edu.hk::4cb7a5d5-9ff2-4c4d-9e92-17bab1a7aa47" providerId="AD" clId="Web-{84173594-FFB3-C3C5-2864-69E1A028DF2E}" dt="2025-04-10T08:24:01.890" v="208" actId="20577"/>
          <ac:spMkLst>
            <pc:docMk/>
            <pc:sldMk cId="2357459438" sldId="265"/>
            <ac:spMk id="2" creationId="{9409F7C4-2435-F68D-722B-2451B0AA8223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08:23:47.124" v="206" actId="20577"/>
        <pc:sldMkLst>
          <pc:docMk/>
          <pc:sldMk cId="417605436" sldId="266"/>
        </pc:sldMkLst>
        <pc:spChg chg="mod">
          <ac:chgData name="WONG Yat To Watson" userId="S::24019633a@common.cpce-polyu.edu.hk::4cb7a5d5-9ff2-4c4d-9e92-17bab1a7aa47" providerId="AD" clId="Web-{84173594-FFB3-C3C5-2864-69E1A028DF2E}" dt="2025-04-10T08:23:47.124" v="206" actId="20577"/>
          <ac:spMkLst>
            <pc:docMk/>
            <pc:sldMk cId="417605436" sldId="266"/>
            <ac:spMk id="2" creationId="{726D8D82-2B47-C799-88EE-62E0EE4C29AE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6:15.801" v="232" actId="20577"/>
        <pc:sldMkLst>
          <pc:docMk/>
          <pc:sldMk cId="3649945229" sldId="267"/>
        </pc:sldMkLst>
        <pc:spChg chg="mod">
          <ac:chgData name="WONG Yat To Watson" userId="S::24019633a@common.cpce-polyu.edu.hk::4cb7a5d5-9ff2-4c4d-9e92-17bab1a7aa47" providerId="AD" clId="Web-{84173594-FFB3-C3C5-2864-69E1A028DF2E}" dt="2025-04-10T10:06:15.801" v="232" actId="20577"/>
          <ac:spMkLst>
            <pc:docMk/>
            <pc:sldMk cId="3649945229" sldId="267"/>
            <ac:spMk id="2" creationId="{87DECE46-7C8B-E716-687C-86206E941D28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6:00.081" v="224" actId="20577"/>
          <ac:spMkLst>
            <pc:docMk/>
            <pc:sldMk cId="3649945229" sldId="267"/>
            <ac:spMk id="5" creationId="{B7B2B27D-B0FB-2616-BCE6-6711616CBB28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6:44.771" v="242" actId="20577"/>
        <pc:sldMkLst>
          <pc:docMk/>
          <pc:sldMk cId="2643151643" sldId="268"/>
        </pc:sldMkLst>
        <pc:spChg chg="mod">
          <ac:chgData name="WONG Yat To Watson" userId="S::24019633a@common.cpce-polyu.edu.hk::4cb7a5d5-9ff2-4c4d-9e92-17bab1a7aa47" providerId="AD" clId="Web-{84173594-FFB3-C3C5-2864-69E1A028DF2E}" dt="2025-04-10T10:06:44.771" v="242" actId="20577"/>
          <ac:spMkLst>
            <pc:docMk/>
            <pc:sldMk cId="2643151643" sldId="268"/>
            <ac:spMk id="2" creationId="{9E838729-5AA4-8DE7-5AB4-FB56FCCBECB2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6:37.770" v="239" actId="20577"/>
          <ac:spMkLst>
            <pc:docMk/>
            <pc:sldMk cId="2643151643" sldId="268"/>
            <ac:spMk id="5" creationId="{C7F94E64-E984-4642-45C2-8015FF2D322D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7:02.068" v="252" actId="20577"/>
        <pc:sldMkLst>
          <pc:docMk/>
          <pc:sldMk cId="3845698465" sldId="269"/>
        </pc:sldMkLst>
        <pc:spChg chg="mod">
          <ac:chgData name="WONG Yat To Watson" userId="S::24019633a@common.cpce-polyu.edu.hk::4cb7a5d5-9ff2-4c4d-9e92-17bab1a7aa47" providerId="AD" clId="Web-{84173594-FFB3-C3C5-2864-69E1A028DF2E}" dt="2025-04-10T10:07:00.131" v="248" actId="20577"/>
          <ac:spMkLst>
            <pc:docMk/>
            <pc:sldMk cId="3845698465" sldId="269"/>
            <ac:spMk id="2" creationId="{58AC7AD1-1113-A18C-92EC-93B04A5AF4D6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7:02.068" v="252" actId="20577"/>
          <ac:spMkLst>
            <pc:docMk/>
            <pc:sldMk cId="3845698465" sldId="269"/>
            <ac:spMk id="5" creationId="{3DEC2C7D-45DC-DE1A-6303-6CCE84DA62D2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7:23.022" v="261" actId="20577"/>
        <pc:sldMkLst>
          <pc:docMk/>
          <pc:sldMk cId="1075437223" sldId="270"/>
        </pc:sldMkLst>
        <pc:spChg chg="mod">
          <ac:chgData name="WONG Yat To Watson" userId="S::24019633a@common.cpce-polyu.edu.hk::4cb7a5d5-9ff2-4c4d-9e92-17bab1a7aa47" providerId="AD" clId="Web-{84173594-FFB3-C3C5-2864-69E1A028DF2E}" dt="2025-04-10T10:07:23.022" v="261" actId="20577"/>
          <ac:spMkLst>
            <pc:docMk/>
            <pc:sldMk cId="1075437223" sldId="270"/>
            <ac:spMk id="2" creationId="{61EDDA43-E949-A972-26BF-79F94175D0D6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7:15.881" v="258" actId="20577"/>
          <ac:spMkLst>
            <pc:docMk/>
            <pc:sldMk cId="1075437223" sldId="270"/>
            <ac:spMk id="5" creationId="{23B7324A-5ACB-EFB4-FDB5-DCFEA8B671D8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7:28.913" v="267" actId="20577"/>
        <pc:sldMkLst>
          <pc:docMk/>
          <pc:sldMk cId="1882010170" sldId="271"/>
        </pc:sldMkLst>
        <pc:spChg chg="mod">
          <ac:chgData name="WONG Yat To Watson" userId="S::24019633a@common.cpce-polyu.edu.hk::4cb7a5d5-9ff2-4c4d-9e92-17bab1a7aa47" providerId="AD" clId="Web-{84173594-FFB3-C3C5-2864-69E1A028DF2E}" dt="2025-04-10T10:07:28.913" v="267" actId="20577"/>
          <ac:spMkLst>
            <pc:docMk/>
            <pc:sldMk cId="1882010170" sldId="271"/>
            <ac:spMk id="2" creationId="{C043E7A3-2990-C9D1-1B34-9D57C03E8C4B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7:27.319" v="265" actId="20577"/>
          <ac:spMkLst>
            <pc:docMk/>
            <pc:sldMk cId="1882010170" sldId="271"/>
            <ac:spMk id="5" creationId="{FED11D22-EBBE-5927-21C4-AA4781F05757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7:42.992" v="275" actId="20577"/>
        <pc:sldMkLst>
          <pc:docMk/>
          <pc:sldMk cId="701828411" sldId="272"/>
        </pc:sldMkLst>
        <pc:spChg chg="mod">
          <ac:chgData name="WONG Yat To Watson" userId="S::24019633a@common.cpce-polyu.edu.hk::4cb7a5d5-9ff2-4c4d-9e92-17bab1a7aa47" providerId="AD" clId="Web-{84173594-FFB3-C3C5-2864-69E1A028DF2E}" dt="2025-04-10T10:07:42.992" v="275" actId="20577"/>
          <ac:spMkLst>
            <pc:docMk/>
            <pc:sldMk cId="701828411" sldId="272"/>
            <ac:spMk id="5" creationId="{E2304C71-A25A-96D9-AF8B-3FFCA00B81CF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8:04.586" v="282" actId="20577"/>
        <pc:sldMkLst>
          <pc:docMk/>
          <pc:sldMk cId="3919273318" sldId="273"/>
        </pc:sldMkLst>
        <pc:spChg chg="mod">
          <ac:chgData name="WONG Yat To Watson" userId="S::24019633a@common.cpce-polyu.edu.hk::4cb7a5d5-9ff2-4c4d-9e92-17bab1a7aa47" providerId="AD" clId="Web-{84173594-FFB3-C3C5-2864-69E1A028DF2E}" dt="2025-04-10T10:08:04.586" v="282" actId="20577"/>
          <ac:spMkLst>
            <pc:docMk/>
            <pc:sldMk cId="3919273318" sldId="273"/>
            <ac:spMk id="2" creationId="{CA41A93A-7431-82CA-E50C-1BA46EE3C3AA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7:55.070" v="279" actId="20577"/>
          <ac:spMkLst>
            <pc:docMk/>
            <pc:sldMk cId="3919273318" sldId="273"/>
            <ac:spMk id="5" creationId="{2431FDB9-2AEF-E0F5-373D-1CB2094FBA36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8:09.305" v="286" actId="20577"/>
        <pc:sldMkLst>
          <pc:docMk/>
          <pc:sldMk cId="965963717" sldId="274"/>
        </pc:sldMkLst>
        <pc:spChg chg="mod">
          <ac:chgData name="WONG Yat To Watson" userId="S::24019633a@common.cpce-polyu.edu.hk::4cb7a5d5-9ff2-4c4d-9e92-17bab1a7aa47" providerId="AD" clId="Web-{84173594-FFB3-C3C5-2864-69E1A028DF2E}" dt="2025-04-10T10:08:09.305" v="286" actId="20577"/>
          <ac:spMkLst>
            <pc:docMk/>
            <pc:sldMk cId="965963717" sldId="274"/>
            <ac:spMk id="2" creationId="{32A827E4-8D64-2CF6-F4F6-44B627D97162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8:07.790" v="285" actId="20577"/>
          <ac:spMkLst>
            <pc:docMk/>
            <pc:sldMk cId="965963717" sldId="274"/>
            <ac:spMk id="5" creationId="{4E894AFF-94BF-01D7-63D2-8FBE117840FB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9:15.605" v="291" actId="20577"/>
        <pc:sldMkLst>
          <pc:docMk/>
          <pc:sldMk cId="3867191541" sldId="275"/>
        </pc:sldMkLst>
        <pc:spChg chg="mod">
          <ac:chgData name="WONG Yat To Watson" userId="S::24019633a@common.cpce-polyu.edu.hk::4cb7a5d5-9ff2-4c4d-9e92-17bab1a7aa47" providerId="AD" clId="Web-{84173594-FFB3-C3C5-2864-69E1A028DF2E}" dt="2025-04-10T10:09:15.605" v="291" actId="20577"/>
          <ac:spMkLst>
            <pc:docMk/>
            <pc:sldMk cId="3867191541" sldId="275"/>
            <ac:spMk id="2" creationId="{927EFF38-DB8A-005F-9AE4-D8D96C5A4ABB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9:14.308" v="290" actId="20577"/>
          <ac:spMkLst>
            <pc:docMk/>
            <pc:sldMk cId="3867191541" sldId="275"/>
            <ac:spMk id="5" creationId="{68BBB663-914B-C98C-D11A-4BEBE8FB04EA}"/>
          </ac:spMkLst>
        </pc:spChg>
      </pc:sldChg>
      <pc:sldChg chg="modSp add replId">
        <pc:chgData name="WONG Yat To Watson" userId="S::24019633a@common.cpce-polyu.edu.hk::4cb7a5d5-9ff2-4c4d-9e92-17bab1a7aa47" providerId="AD" clId="Web-{84173594-FFB3-C3C5-2864-69E1A028DF2E}" dt="2025-04-10T10:09:49.122" v="296" actId="20577"/>
        <pc:sldMkLst>
          <pc:docMk/>
          <pc:sldMk cId="1172654421" sldId="276"/>
        </pc:sldMkLst>
        <pc:spChg chg="mod">
          <ac:chgData name="WONG Yat To Watson" userId="S::24019633a@common.cpce-polyu.edu.hk::4cb7a5d5-9ff2-4c4d-9e92-17bab1a7aa47" providerId="AD" clId="Web-{84173594-FFB3-C3C5-2864-69E1A028DF2E}" dt="2025-04-10T10:09:49.122" v="296" actId="20577"/>
          <ac:spMkLst>
            <pc:docMk/>
            <pc:sldMk cId="1172654421" sldId="276"/>
            <ac:spMk id="2" creationId="{A88B8210-D705-887C-C06F-DC5D7C4A73C4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0:09:47.747" v="294" actId="20577"/>
          <ac:spMkLst>
            <pc:docMk/>
            <pc:sldMk cId="1172654421" sldId="276"/>
            <ac:spMk id="5" creationId="{DB2D5D1B-42AB-0B93-762A-7C0F23D0D679}"/>
          </ac:spMkLst>
        </pc:spChg>
      </pc:sldChg>
      <pc:sldChg chg="addSp delSp modSp">
        <pc:chgData name="WONG Yat To Watson" userId="S::24019633a@common.cpce-polyu.edu.hk::4cb7a5d5-9ff2-4c4d-9e92-17bab1a7aa47" providerId="AD" clId="Web-{84173594-FFB3-C3C5-2864-69E1A028DF2E}" dt="2025-04-10T16:53:46.985" v="471" actId="20577"/>
        <pc:sldMkLst>
          <pc:docMk/>
          <pc:sldMk cId="3131616788" sldId="277"/>
        </pc:sldMkLst>
        <pc:spChg chg="mod">
          <ac:chgData name="WONG Yat To Watson" userId="S::24019633a@common.cpce-polyu.edu.hk::4cb7a5d5-9ff2-4c4d-9e92-17bab1a7aa47" providerId="AD" clId="Web-{84173594-FFB3-C3C5-2864-69E1A028DF2E}" dt="2025-04-10T16:42:03.365" v="316" actId="20577"/>
          <ac:spMkLst>
            <pc:docMk/>
            <pc:sldMk cId="3131616788" sldId="277"/>
            <ac:spMk id="2" creationId="{14FB9D66-E311-FDDF-EBB4-D14698E56D53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53:46.985" v="471" actId="20577"/>
          <ac:spMkLst>
            <pc:docMk/>
            <pc:sldMk cId="3131616788" sldId="277"/>
            <ac:spMk id="5" creationId="{789A11F4-AC67-78B1-666C-9E661290D68B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52:07.247" v="439" actId="20577"/>
          <ac:spMkLst>
            <pc:docMk/>
            <pc:sldMk cId="3131616788" sldId="277"/>
            <ac:spMk id="15" creationId="{F1C03AAB-EAEE-23F0-7779-2B8C5BB2DEA5}"/>
          </ac:spMkLst>
        </pc:spChg>
        <pc:picChg chg="add del mod">
          <ac:chgData name="WONG Yat To Watson" userId="S::24019633a@common.cpce-polyu.edu.hk::4cb7a5d5-9ff2-4c4d-9e92-17bab1a7aa47" providerId="AD" clId="Web-{84173594-FFB3-C3C5-2864-69E1A028DF2E}" dt="2025-04-10T16:05:11.253" v="299"/>
          <ac:picMkLst>
            <pc:docMk/>
            <pc:sldMk cId="3131616788" sldId="277"/>
            <ac:picMk id="3" creationId="{2AA4AC31-8F76-932E-3588-F9255D3A03F1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6:50:19.760" v="416" actId="1076"/>
          <ac:picMkLst>
            <pc:docMk/>
            <pc:sldMk cId="3131616788" sldId="277"/>
            <ac:picMk id="3" creationId="{BDB80070-A7AA-2203-76F0-9A69B19CE367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6:52:11.544" v="440" actId="1076"/>
          <ac:picMkLst>
            <pc:docMk/>
            <pc:sldMk cId="3131616788" sldId="277"/>
            <ac:picMk id="6" creationId="{48312E05-8135-8F23-9789-56893F11B968}"/>
          </ac:picMkLst>
        </pc:picChg>
      </pc:sldChg>
      <pc:sldChg chg="addSp delSp modSp">
        <pc:chgData name="WONG Yat To Watson" userId="S::24019633a@common.cpce-polyu.edu.hk::4cb7a5d5-9ff2-4c4d-9e92-17bab1a7aa47" providerId="AD" clId="Web-{84173594-FFB3-C3C5-2864-69E1A028DF2E}" dt="2025-04-10T16:48:32.847" v="404"/>
        <pc:sldMkLst>
          <pc:docMk/>
          <pc:sldMk cId="3986882889" sldId="281"/>
        </pc:sldMkLst>
        <pc:spChg chg="mod">
          <ac:chgData name="WONG Yat To Watson" userId="S::24019633a@common.cpce-polyu.edu.hk::4cb7a5d5-9ff2-4c4d-9e92-17bab1a7aa47" providerId="AD" clId="Web-{84173594-FFB3-C3C5-2864-69E1A028DF2E}" dt="2025-04-10T16:46:30.484" v="386" actId="20577"/>
          <ac:spMkLst>
            <pc:docMk/>
            <pc:sldMk cId="3986882889" sldId="281"/>
            <ac:spMk id="15" creationId="{D57B2085-2725-1F11-BB47-72FADA90AF7B}"/>
          </ac:spMkLst>
        </pc:spChg>
        <pc:picChg chg="add del mod">
          <ac:chgData name="WONG Yat To Watson" userId="S::24019633a@common.cpce-polyu.edu.hk::4cb7a5d5-9ff2-4c4d-9e92-17bab1a7aa47" providerId="AD" clId="Web-{84173594-FFB3-C3C5-2864-69E1A028DF2E}" dt="2025-04-10T16:48:32.847" v="404"/>
          <ac:picMkLst>
            <pc:docMk/>
            <pc:sldMk cId="3986882889" sldId="281"/>
            <ac:picMk id="3" creationId="{C389DA2F-6588-10C1-4558-729CFD9719A5}"/>
          </ac:picMkLst>
        </pc:picChg>
      </pc:sldChg>
      <pc:sldChg chg="del">
        <pc:chgData name="WONG Yat To Watson" userId="S::24019633a@common.cpce-polyu.edu.hk::4cb7a5d5-9ff2-4c4d-9e92-17bab1a7aa47" providerId="AD" clId="Web-{84173594-FFB3-C3C5-2864-69E1A028DF2E}" dt="2025-04-10T16:52:29.623" v="441"/>
        <pc:sldMkLst>
          <pc:docMk/>
          <pc:sldMk cId="2484950397" sldId="282"/>
        </pc:sldMkLst>
      </pc:sldChg>
      <pc:sldChg chg="del">
        <pc:chgData name="WONG Yat To Watson" userId="S::24019633a@common.cpce-polyu.edu.hk::4cb7a5d5-9ff2-4c4d-9e92-17bab1a7aa47" providerId="AD" clId="Web-{84173594-FFB3-C3C5-2864-69E1A028DF2E}" dt="2025-04-10T16:52:30.654" v="442"/>
        <pc:sldMkLst>
          <pc:docMk/>
          <pc:sldMk cId="2466384059" sldId="283"/>
        </pc:sldMkLst>
      </pc:sldChg>
      <pc:sldChg chg="del">
        <pc:chgData name="WONG Yat To Watson" userId="S::24019633a@common.cpce-polyu.edu.hk::4cb7a5d5-9ff2-4c4d-9e92-17bab1a7aa47" providerId="AD" clId="Web-{84173594-FFB3-C3C5-2864-69E1A028DF2E}" dt="2025-04-10T16:52:31.592" v="443"/>
        <pc:sldMkLst>
          <pc:docMk/>
          <pc:sldMk cId="1799171236" sldId="284"/>
        </pc:sldMkLst>
      </pc:sldChg>
      <pc:sldChg chg="del">
        <pc:chgData name="WONG Yat To Watson" userId="S::24019633a@common.cpce-polyu.edu.hk::4cb7a5d5-9ff2-4c4d-9e92-17bab1a7aa47" providerId="AD" clId="Web-{84173594-FFB3-C3C5-2864-69E1A028DF2E}" dt="2025-04-10T16:52:33.279" v="444"/>
        <pc:sldMkLst>
          <pc:docMk/>
          <pc:sldMk cId="2596838071" sldId="285"/>
        </pc:sldMkLst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17:25:20.426" v="685" actId="1076"/>
        <pc:sldMkLst>
          <pc:docMk/>
          <pc:sldMk cId="795140429" sldId="295"/>
        </pc:sldMkLst>
        <pc:spChg chg="mod">
          <ac:chgData name="WONG Yat To Watson" userId="S::24019633a@common.cpce-polyu.edu.hk::4cb7a5d5-9ff2-4c4d-9e92-17bab1a7aa47" providerId="AD" clId="Web-{84173594-FFB3-C3C5-2864-69E1A028DF2E}" dt="2025-04-10T16:41:48.818" v="314" actId="20577"/>
          <ac:spMkLst>
            <pc:docMk/>
            <pc:sldMk cId="795140429" sldId="295"/>
            <ac:spMk id="2" creationId="{AB6A0872-8126-8BD3-24E9-8864B02A4B9F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7:25:20.426" v="685" actId="1076"/>
          <ac:spMkLst>
            <pc:docMk/>
            <pc:sldMk cId="795140429" sldId="295"/>
            <ac:spMk id="4" creationId="{8C111BA0-AA16-E25A-6164-28F0CA64CEBE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42:33.897" v="342" actId="20577"/>
          <ac:spMkLst>
            <pc:docMk/>
            <pc:sldMk cId="795140429" sldId="295"/>
            <ac:spMk id="5" creationId="{C86E9A02-C224-95F7-2CD6-B4C200170C27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44:57.386" v="365" actId="1076"/>
          <ac:spMkLst>
            <pc:docMk/>
            <pc:sldMk cId="795140429" sldId="295"/>
            <ac:spMk id="14" creationId="{3ACE2A25-7511-1AD5-E87E-E1982662DC57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46:39.469" v="402" actId="20577"/>
          <ac:spMkLst>
            <pc:docMk/>
            <pc:sldMk cId="795140429" sldId="295"/>
            <ac:spMk id="15" creationId="{0278AE2B-4A88-ECDC-4755-13FF400131B5}"/>
          </ac:spMkLst>
        </pc:spChg>
        <pc:picChg chg="add mod">
          <ac:chgData name="WONG Yat To Watson" userId="S::24019633a@common.cpce-polyu.edu.hk::4cb7a5d5-9ff2-4c4d-9e92-17bab1a7aa47" providerId="AD" clId="Web-{84173594-FFB3-C3C5-2864-69E1A028DF2E}" dt="2025-04-10T16:45:01.997" v="366" actId="1076"/>
          <ac:picMkLst>
            <pc:docMk/>
            <pc:sldMk cId="795140429" sldId="295"/>
            <ac:picMk id="3" creationId="{CDBCD75D-7A14-5471-0654-FBCE07D9BDCF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6:48:45.301" v="406" actId="1076"/>
          <ac:picMkLst>
            <pc:docMk/>
            <pc:sldMk cId="795140429" sldId="295"/>
            <ac:picMk id="6" creationId="{792CF864-347B-A777-C5AA-488373576918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6:41:19.192" v="313"/>
          <ac:picMkLst>
            <pc:docMk/>
            <pc:sldMk cId="795140429" sldId="295"/>
            <ac:picMk id="11" creationId="{010E1648-51DE-0142-6F47-4D2D90E0535C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6:41:13.598" v="312"/>
          <ac:picMkLst>
            <pc:docMk/>
            <pc:sldMk cId="795140429" sldId="295"/>
            <ac:picMk id="16" creationId="{E4F73705-9512-68E0-E989-EDB74D50A531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16:59:48.876" v="553" actId="1076"/>
        <pc:sldMkLst>
          <pc:docMk/>
          <pc:sldMk cId="3490295512" sldId="296"/>
        </pc:sldMkLst>
        <pc:spChg chg="mod">
          <ac:chgData name="WONG Yat To Watson" userId="S::24019633a@common.cpce-polyu.edu.hk::4cb7a5d5-9ff2-4c4d-9e92-17bab1a7aa47" providerId="AD" clId="Web-{84173594-FFB3-C3C5-2864-69E1A028DF2E}" dt="2025-04-10T16:53:12.984" v="447" actId="20577"/>
          <ac:spMkLst>
            <pc:docMk/>
            <pc:sldMk cId="3490295512" sldId="296"/>
            <ac:spMk id="2" creationId="{1E942B1F-1243-D399-6E13-3749AA86FFC6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59:48.876" v="553" actId="1076"/>
          <ac:spMkLst>
            <pc:docMk/>
            <pc:sldMk cId="3490295512" sldId="296"/>
            <ac:spMk id="4" creationId="{E4607D7A-0C8E-49CA-4191-D66F5C04EACC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54:38.799" v="510" actId="20577"/>
          <ac:spMkLst>
            <pc:docMk/>
            <pc:sldMk cId="3490295512" sldId="296"/>
            <ac:spMk id="5" creationId="{4AD00CC7-231A-DE3A-27DF-BE8FE7AA904F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6:58:11.764" v="549" actId="20577"/>
          <ac:spMkLst>
            <pc:docMk/>
            <pc:sldMk cId="3490295512" sldId="296"/>
            <ac:spMk id="15" creationId="{3F76129E-C0F7-D032-7E9F-14FF6068215B}"/>
          </ac:spMkLst>
        </pc:spChg>
        <pc:picChg chg="del">
          <ac:chgData name="WONG Yat To Watson" userId="S::24019633a@common.cpce-polyu.edu.hk::4cb7a5d5-9ff2-4c4d-9e92-17bab1a7aa47" providerId="AD" clId="Web-{84173594-FFB3-C3C5-2864-69E1A028DF2E}" dt="2025-04-10T16:54:12.985" v="475"/>
          <ac:picMkLst>
            <pc:docMk/>
            <pc:sldMk cId="3490295512" sldId="296"/>
            <ac:picMk id="3" creationId="{851BC7FC-892B-EC6C-C1BD-7CD0C178D7AB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6:54:13.829" v="476"/>
          <ac:picMkLst>
            <pc:docMk/>
            <pc:sldMk cId="3490295512" sldId="296"/>
            <ac:picMk id="6" creationId="{F8F28AF5-08C3-0B4D-4DD5-D03A9F589FD0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6:56:43.068" v="541" actId="1076"/>
          <ac:picMkLst>
            <pc:docMk/>
            <pc:sldMk cId="3490295512" sldId="296"/>
            <ac:picMk id="7" creationId="{D143A967-EC82-F889-E0C3-3E8F180A5843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6:59:32.344" v="552" actId="1076"/>
          <ac:picMkLst>
            <pc:docMk/>
            <pc:sldMk cId="3490295512" sldId="296"/>
            <ac:picMk id="8" creationId="{6F041423-AF8B-3BAB-B103-573AE4770E65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17:04:19.072" v="592" actId="20577"/>
        <pc:sldMkLst>
          <pc:docMk/>
          <pc:sldMk cId="1636604630" sldId="297"/>
        </pc:sldMkLst>
        <pc:spChg chg="mod">
          <ac:chgData name="WONG Yat To Watson" userId="S::24019633a@common.cpce-polyu.edu.hk::4cb7a5d5-9ff2-4c4d-9e92-17bab1a7aa47" providerId="AD" clId="Web-{84173594-FFB3-C3C5-2864-69E1A028DF2E}" dt="2025-04-10T17:04:19.072" v="592" actId="20577"/>
          <ac:spMkLst>
            <pc:docMk/>
            <pc:sldMk cId="1636604630" sldId="297"/>
            <ac:spMk id="2" creationId="{0CAAFA0B-E1AD-FB0A-2C78-2B472035F0FF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7:03:48.946" v="591" actId="20577"/>
          <ac:spMkLst>
            <pc:docMk/>
            <pc:sldMk cId="1636604630" sldId="297"/>
            <ac:spMk id="5" creationId="{1D23ED92-F21D-5C39-9375-B9119D369505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7:02:02.443" v="558" actId="20577"/>
          <ac:spMkLst>
            <pc:docMk/>
            <pc:sldMk cId="1636604630" sldId="297"/>
            <ac:spMk id="15" creationId="{5AFC535A-A945-F91D-04C5-CF10EFAE7392}"/>
          </ac:spMkLst>
        </pc:spChg>
        <pc:picChg chg="add mod">
          <ac:chgData name="WONG Yat To Watson" userId="S::24019633a@common.cpce-polyu.edu.hk::4cb7a5d5-9ff2-4c4d-9e92-17bab1a7aa47" providerId="AD" clId="Web-{84173594-FFB3-C3C5-2864-69E1A028DF2E}" dt="2025-04-10T17:02:34.022" v="560" actId="1076"/>
          <ac:picMkLst>
            <pc:docMk/>
            <pc:sldMk cId="1636604630" sldId="297"/>
            <ac:picMk id="3" creationId="{96EEF8DA-4CDC-5B0A-737B-2191F13EA5E0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7:03:10.398" v="562" actId="1076"/>
          <ac:picMkLst>
            <pc:docMk/>
            <pc:sldMk cId="1636604630" sldId="297"/>
            <ac:picMk id="6" creationId="{8B9888C8-AB4D-A5BE-782B-63C4E0AA9F53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7:01:18.269" v="556"/>
          <ac:picMkLst>
            <pc:docMk/>
            <pc:sldMk cId="1636604630" sldId="297"/>
            <ac:picMk id="7" creationId="{E6D0A44B-369A-DDC2-3920-9D8D278B81D1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7:01:17.348" v="555"/>
          <ac:picMkLst>
            <pc:docMk/>
            <pc:sldMk cId="1636604630" sldId="297"/>
            <ac:picMk id="8" creationId="{C313D9F3-C612-44B7-C01A-3E4639F60A6B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17:06:48.592" v="609" actId="20577"/>
        <pc:sldMkLst>
          <pc:docMk/>
          <pc:sldMk cId="1333446879" sldId="298"/>
        </pc:sldMkLst>
        <pc:spChg chg="mod">
          <ac:chgData name="WONG Yat To Watson" userId="S::24019633a@common.cpce-polyu.edu.hk::4cb7a5d5-9ff2-4c4d-9e92-17bab1a7aa47" providerId="AD" clId="Web-{84173594-FFB3-C3C5-2864-69E1A028DF2E}" dt="2025-04-10T17:06:33.279" v="604" actId="20577"/>
          <ac:spMkLst>
            <pc:docMk/>
            <pc:sldMk cId="1333446879" sldId="298"/>
            <ac:spMk id="2" creationId="{AE4FF52A-C56A-D606-3B27-6A5D2E788E89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7:06:48.592" v="609" actId="20577"/>
          <ac:spMkLst>
            <pc:docMk/>
            <pc:sldMk cId="1333446879" sldId="298"/>
            <ac:spMk id="5" creationId="{82FCC573-7326-7A5D-C84F-E61BAA1ADB9D}"/>
          </ac:spMkLst>
        </pc:spChg>
        <pc:picChg chg="del">
          <ac:chgData name="WONG Yat To Watson" userId="S::24019633a@common.cpce-polyu.edu.hk::4cb7a5d5-9ff2-4c4d-9e92-17bab1a7aa47" providerId="AD" clId="Web-{84173594-FFB3-C3C5-2864-69E1A028DF2E}" dt="2025-04-10T17:04:29.525" v="594"/>
          <ac:picMkLst>
            <pc:docMk/>
            <pc:sldMk cId="1333446879" sldId="298"/>
            <ac:picMk id="3" creationId="{D805345C-0F33-5803-964A-B71A5C514E59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7:04:30.119" v="595"/>
          <ac:picMkLst>
            <pc:docMk/>
            <pc:sldMk cId="1333446879" sldId="298"/>
            <ac:picMk id="6" creationId="{6C7E061A-FE63-6502-0B2C-BA32FFB5AC81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7:05:55.137" v="598" actId="1076"/>
          <ac:picMkLst>
            <pc:docMk/>
            <pc:sldMk cId="1333446879" sldId="298"/>
            <ac:picMk id="7" creationId="{22646C54-A1A6-2928-9D48-F065138E45AA}"/>
          </ac:picMkLst>
        </pc:picChg>
        <pc:picChg chg="add del mod">
          <ac:chgData name="WONG Yat To Watson" userId="S::24019633a@common.cpce-polyu.edu.hk::4cb7a5d5-9ff2-4c4d-9e92-17bab1a7aa47" providerId="AD" clId="Web-{84173594-FFB3-C3C5-2864-69E1A028DF2E}" dt="2025-04-10T17:06:00.637" v="600"/>
          <ac:picMkLst>
            <pc:docMk/>
            <pc:sldMk cId="1333446879" sldId="298"/>
            <ac:picMk id="8" creationId="{56C87642-EDC8-4131-6D13-F1828116C004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7:06:30.623" v="602" actId="1076"/>
          <ac:picMkLst>
            <pc:docMk/>
            <pc:sldMk cId="1333446879" sldId="298"/>
            <ac:picMk id="9" creationId="{3A394478-848D-3969-E437-AE11EE7C4188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84173594-FFB3-C3C5-2864-69E1A028DF2E}" dt="2025-04-10T17:09:42.269" v="653" actId="20577"/>
        <pc:sldMkLst>
          <pc:docMk/>
          <pc:sldMk cId="3057906716" sldId="299"/>
        </pc:sldMkLst>
        <pc:spChg chg="mod">
          <ac:chgData name="WONG Yat To Watson" userId="S::24019633a@common.cpce-polyu.edu.hk::4cb7a5d5-9ff2-4c4d-9e92-17bab1a7aa47" providerId="AD" clId="Web-{84173594-FFB3-C3C5-2864-69E1A028DF2E}" dt="2025-04-10T17:08:12.860" v="611" actId="20577"/>
          <ac:spMkLst>
            <pc:docMk/>
            <pc:sldMk cId="3057906716" sldId="299"/>
            <ac:spMk id="2" creationId="{FFBF11F7-5219-746B-02B5-E17141C431A0}"/>
          </ac:spMkLst>
        </pc:spChg>
        <pc:spChg chg="mod">
          <ac:chgData name="WONG Yat To Watson" userId="S::24019633a@common.cpce-polyu.edu.hk::4cb7a5d5-9ff2-4c4d-9e92-17bab1a7aa47" providerId="AD" clId="Web-{84173594-FFB3-C3C5-2864-69E1A028DF2E}" dt="2025-04-10T17:09:42.269" v="653" actId="20577"/>
          <ac:spMkLst>
            <pc:docMk/>
            <pc:sldMk cId="3057906716" sldId="299"/>
            <ac:spMk id="5" creationId="{CA3D7CD6-AE19-5842-CF6A-4DB0C0497190}"/>
          </ac:spMkLst>
        </pc:spChg>
        <pc:picChg chg="add mod">
          <ac:chgData name="WONG Yat To Watson" userId="S::24019633a@common.cpce-polyu.edu.hk::4cb7a5d5-9ff2-4c4d-9e92-17bab1a7aa47" providerId="AD" clId="Web-{84173594-FFB3-C3C5-2864-69E1A028DF2E}" dt="2025-04-10T17:08:29.454" v="619" actId="1076"/>
          <ac:picMkLst>
            <pc:docMk/>
            <pc:sldMk cId="3057906716" sldId="299"/>
            <ac:picMk id="3" creationId="{6ECB805D-27B0-503C-40B5-BC2AE35BE2C4}"/>
          </ac:picMkLst>
        </pc:picChg>
        <pc:picChg chg="add mod">
          <ac:chgData name="WONG Yat To Watson" userId="S::24019633a@common.cpce-polyu.edu.hk::4cb7a5d5-9ff2-4c4d-9e92-17bab1a7aa47" providerId="AD" clId="Web-{84173594-FFB3-C3C5-2864-69E1A028DF2E}" dt="2025-04-10T17:08:27.986" v="618" actId="1076"/>
          <ac:picMkLst>
            <pc:docMk/>
            <pc:sldMk cId="3057906716" sldId="299"/>
            <ac:picMk id="6" creationId="{50EA47C2-AE51-E075-41C7-51A969292A34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7:08:16.220" v="613"/>
          <ac:picMkLst>
            <pc:docMk/>
            <pc:sldMk cId="3057906716" sldId="299"/>
            <ac:picMk id="7" creationId="{B0F23E11-BC60-F6D1-4652-EB6492694A78}"/>
          </ac:picMkLst>
        </pc:picChg>
        <pc:picChg chg="del">
          <ac:chgData name="WONG Yat To Watson" userId="S::24019633a@common.cpce-polyu.edu.hk::4cb7a5d5-9ff2-4c4d-9e92-17bab1a7aa47" providerId="AD" clId="Web-{84173594-FFB3-C3C5-2864-69E1A028DF2E}" dt="2025-04-10T17:08:15.407" v="612"/>
          <ac:picMkLst>
            <pc:docMk/>
            <pc:sldMk cId="3057906716" sldId="299"/>
            <ac:picMk id="9" creationId="{06880C2E-10AC-68FA-3FD9-5678921512FA}"/>
          </ac:picMkLst>
        </pc:picChg>
      </pc:sldChg>
    </pc:docChg>
  </pc:docChgLst>
  <pc:docChgLst>
    <pc:chgData name="WONG Yat To Watson" userId="S::24019633a@common.cpce-polyu.edu.hk::4cb7a5d5-9ff2-4c4d-9e92-17bab1a7aa47" providerId="AD" clId="Web-{C9F40583-8CC2-16D7-3907-8EFFACE61DFB}"/>
    <pc:docChg chg="modSld">
      <pc:chgData name="WONG Yat To Watson" userId="S::24019633a@common.cpce-polyu.edu.hk::4cb7a5d5-9ff2-4c4d-9e92-17bab1a7aa47" providerId="AD" clId="Web-{C9F40583-8CC2-16D7-3907-8EFFACE61DFB}" dt="2025-04-09T12:19:53.404" v="33" actId="20577"/>
      <pc:docMkLst>
        <pc:docMk/>
      </pc:docMkLst>
      <pc:sldChg chg="modSp">
        <pc:chgData name="WONG Yat To Watson" userId="S::24019633a@common.cpce-polyu.edu.hk::4cb7a5d5-9ff2-4c4d-9e92-17bab1a7aa47" providerId="AD" clId="Web-{C9F40583-8CC2-16D7-3907-8EFFACE61DFB}" dt="2025-04-09T10:32:36.857" v="0" actId="1076"/>
        <pc:sldMkLst>
          <pc:docMk/>
          <pc:sldMk cId="2949589094" sldId="256"/>
        </pc:sldMkLst>
        <pc:spChg chg="mod">
          <ac:chgData name="WONG Yat To Watson" userId="S::24019633a@common.cpce-polyu.edu.hk::4cb7a5d5-9ff2-4c4d-9e92-17bab1a7aa47" providerId="AD" clId="Web-{C9F40583-8CC2-16D7-3907-8EFFACE61DFB}" dt="2025-04-09T10:32:36.857" v="0" actId="1076"/>
          <ac:spMkLst>
            <pc:docMk/>
            <pc:sldMk cId="2949589094" sldId="256"/>
            <ac:spMk id="2" creationId="{A4DEF698-49C2-467C-1689-0ECFD10A2894}"/>
          </ac:spMkLst>
        </pc:spChg>
      </pc:sldChg>
      <pc:sldChg chg="modSp">
        <pc:chgData name="WONG Yat To Watson" userId="S::24019633a@common.cpce-polyu.edu.hk::4cb7a5d5-9ff2-4c4d-9e92-17bab1a7aa47" providerId="AD" clId="Web-{C9F40583-8CC2-16D7-3907-8EFFACE61DFB}" dt="2025-04-09T12:19:27.575" v="28" actId="20577"/>
        <pc:sldMkLst>
          <pc:docMk/>
          <pc:sldMk cId="1033401432" sldId="257"/>
        </pc:sldMkLst>
        <pc:spChg chg="mod">
          <ac:chgData name="WONG Yat To Watson" userId="S::24019633a@common.cpce-polyu.edu.hk::4cb7a5d5-9ff2-4c4d-9e92-17bab1a7aa47" providerId="AD" clId="Web-{C9F40583-8CC2-16D7-3907-8EFFACE61DFB}" dt="2025-04-09T12:19:27.575" v="28" actId="20577"/>
          <ac:spMkLst>
            <pc:docMk/>
            <pc:sldMk cId="1033401432" sldId="257"/>
            <ac:spMk id="3" creationId="{622A46A9-81EA-9190-0FC7-5BFACBF52086}"/>
          </ac:spMkLst>
        </pc:spChg>
      </pc:sldChg>
      <pc:sldChg chg="modSp">
        <pc:chgData name="WONG Yat To Watson" userId="S::24019633a@common.cpce-polyu.edu.hk::4cb7a5d5-9ff2-4c4d-9e92-17bab1a7aa47" providerId="AD" clId="Web-{C9F40583-8CC2-16D7-3907-8EFFACE61DFB}" dt="2025-04-09T12:19:53.404" v="33" actId="20577"/>
        <pc:sldMkLst>
          <pc:docMk/>
          <pc:sldMk cId="1074104925" sldId="258"/>
        </pc:sldMkLst>
        <pc:spChg chg="mod">
          <ac:chgData name="WONG Yat To Watson" userId="S::24019633a@common.cpce-polyu.edu.hk::4cb7a5d5-9ff2-4c4d-9e92-17bab1a7aa47" providerId="AD" clId="Web-{C9F40583-8CC2-16D7-3907-8EFFACE61DFB}" dt="2025-04-09T12:19:53.404" v="33" actId="20577"/>
          <ac:spMkLst>
            <pc:docMk/>
            <pc:sldMk cId="1074104925" sldId="258"/>
            <ac:spMk id="3" creationId="{CD57C89F-AFE3-29CB-9268-60205723CD2A}"/>
          </ac:spMkLst>
        </pc:spChg>
      </pc:sldChg>
    </pc:docChg>
  </pc:docChgLst>
  <pc:docChgLst>
    <pc:chgData name="WONG Yat To Watson" userId="S::24019633a@common.cpce-polyu.edu.hk::4cb7a5d5-9ff2-4c4d-9e92-17bab1a7aa47" providerId="AD" clId="Web-{08C45298-580D-FCD9-D66E-922030348B33}"/>
    <pc:docChg chg="modSld">
      <pc:chgData name="WONG Yat To Watson" userId="S::24019633a@common.cpce-polyu.edu.hk::4cb7a5d5-9ff2-4c4d-9e92-17bab1a7aa47" providerId="AD" clId="Web-{08C45298-580D-FCD9-D66E-922030348B33}" dt="2025-04-10T20:17:04.927" v="360" actId="20577"/>
      <pc:docMkLst>
        <pc:docMk/>
      </pc:docMkLst>
      <pc:sldChg chg="addSp delSp modSp">
        <pc:chgData name="WONG Yat To Watson" userId="S::24019633a@common.cpce-polyu.edu.hk::4cb7a5d5-9ff2-4c4d-9e92-17bab1a7aa47" providerId="AD" clId="Web-{08C45298-580D-FCD9-D66E-922030348B33}" dt="2025-04-10T20:10:45.327" v="300" actId="20577"/>
        <pc:sldMkLst>
          <pc:docMk/>
          <pc:sldMk cId="2949589094" sldId="256"/>
        </pc:sldMkLst>
        <pc:spChg chg="mod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2" creationId="{A4DEF698-49C2-467C-1689-0ECFD10A2894}"/>
          </ac:spMkLst>
        </pc:spChg>
        <pc:spChg chg="mod">
          <ac:chgData name="WONG Yat To Watson" userId="S::24019633a@common.cpce-polyu.edu.hk::4cb7a5d5-9ff2-4c4d-9e92-17bab1a7aa47" providerId="AD" clId="Web-{08C45298-580D-FCD9-D66E-922030348B33}" dt="2025-04-10T20:10:45.327" v="300" actId="20577"/>
          <ac:spMkLst>
            <pc:docMk/>
            <pc:sldMk cId="2949589094" sldId="256"/>
            <ac:spMk id="3" creationId="{502CCF12-581F-E69B-954E-E8329A3CF902}"/>
          </ac:spMkLst>
        </pc:spChg>
        <pc:spChg chg="del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9" creationId="{4D60F200-5EB0-B223-2439-C96C67F0FEE1}"/>
          </ac:spMkLst>
        </pc:spChg>
        <pc:spChg chg="del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11" creationId="{F92CB243-67C5-E304-31A0-4D7D607BAFBA}"/>
          </ac:spMkLst>
        </pc:spChg>
        <pc:spChg chg="del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13" creationId="{11A95761-C93E-94BF-087D-D2A823789EAB}"/>
          </ac:spMkLst>
        </pc:spChg>
        <pc:spChg chg="del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15" creationId="{6E63D1A5-FD49-4756-F62E-786C34E631EF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20" creationId="{E91DC736-0EF8-4F87-9146-EBF1D2EE4D3D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22" creationId="{097CD68E-23E3-4007-8847-CD0944C4F7BE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24" creationId="{AF2F604E-43BE-4DC3-B983-E071523364F8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20:10:32.483" v="297"/>
          <ac:spMkLst>
            <pc:docMk/>
            <pc:sldMk cId="2949589094" sldId="256"/>
            <ac:spMk id="26" creationId="{08C9B587-E65E-4B52-B37C-ABEBB6E87928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07:28.647" v="282" actId="20577"/>
        <pc:sldMkLst>
          <pc:docMk/>
          <pc:sldMk cId="4185734323" sldId="264"/>
        </pc:sldMkLst>
        <pc:spChg chg="mod">
          <ac:chgData name="WONG Yat To Watson" userId="S::24019633a@common.cpce-polyu.edu.hk::4cb7a5d5-9ff2-4c4d-9e92-17bab1a7aa47" providerId="AD" clId="Web-{08C45298-580D-FCD9-D66E-922030348B33}" dt="2025-04-10T20:07:28.647" v="282" actId="20577"/>
          <ac:spMkLst>
            <pc:docMk/>
            <pc:sldMk cId="4185734323" sldId="264"/>
            <ac:spMk id="4" creationId="{E25CB755-3C15-9ED8-DA50-7FDF6A2F885F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06:19.191" v="262" actId="20577"/>
        <pc:sldMkLst>
          <pc:docMk/>
          <pc:sldMk cId="3131616788" sldId="277"/>
        </pc:sldMkLst>
        <pc:spChg chg="mod">
          <ac:chgData name="WONG Yat To Watson" userId="S::24019633a@common.cpce-polyu.edu.hk::4cb7a5d5-9ff2-4c4d-9e92-17bab1a7aa47" providerId="AD" clId="Web-{08C45298-580D-FCD9-D66E-922030348B33}" dt="2025-04-10T20:06:19.191" v="262" actId="20577"/>
          <ac:spMkLst>
            <pc:docMk/>
            <pc:sldMk cId="3131616788" sldId="277"/>
            <ac:spMk id="4" creationId="{D33499D3-9561-DBA2-4AEB-2A38D4466A6A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05:43.205" v="247" actId="20577"/>
        <pc:sldMkLst>
          <pc:docMk/>
          <pc:sldMk cId="1677772795" sldId="278"/>
        </pc:sldMkLst>
        <pc:spChg chg="mod">
          <ac:chgData name="WONG Yat To Watson" userId="S::24019633a@common.cpce-polyu.edu.hk::4cb7a5d5-9ff2-4c4d-9e92-17bab1a7aa47" providerId="AD" clId="Web-{08C45298-580D-FCD9-D66E-922030348B33}" dt="2025-04-10T20:05:43.205" v="247" actId="20577"/>
          <ac:spMkLst>
            <pc:docMk/>
            <pc:sldMk cId="1677772795" sldId="278"/>
            <ac:spMk id="4" creationId="{26151D5A-C86D-85C5-4EDA-CBA56E7B1B48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5:35.485" v="333" actId="1076"/>
        <pc:sldMkLst>
          <pc:docMk/>
          <pc:sldMk cId="3235031591" sldId="279"/>
        </pc:sldMkLst>
        <pc:spChg chg="mod">
          <ac:chgData name="WONG Yat To Watson" userId="S::24019633a@common.cpce-polyu.edu.hk::4cb7a5d5-9ff2-4c4d-9e92-17bab1a7aa47" providerId="AD" clId="Web-{08C45298-580D-FCD9-D66E-922030348B33}" dt="2025-04-10T20:05:50.471" v="249" actId="20577"/>
          <ac:spMkLst>
            <pc:docMk/>
            <pc:sldMk cId="3235031591" sldId="279"/>
            <ac:spMk id="4" creationId="{9F5E7603-8EFA-4BD7-6D76-5EA295151E8C}"/>
          </ac:spMkLst>
        </pc:spChg>
        <pc:spChg chg="mod">
          <ac:chgData name="WONG Yat To Watson" userId="S::24019633a@common.cpce-polyu.edu.hk::4cb7a5d5-9ff2-4c4d-9e92-17bab1a7aa47" providerId="AD" clId="Web-{08C45298-580D-FCD9-D66E-922030348B33}" dt="2025-04-10T20:15:03.625" v="324" actId="1076"/>
          <ac:spMkLst>
            <pc:docMk/>
            <pc:sldMk cId="3235031591" sldId="279"/>
            <ac:spMk id="15" creationId="{9E509051-42BB-6078-5DA0-B5EC4DFD213E}"/>
          </ac:spMkLst>
        </pc:spChg>
        <pc:picChg chg="mod modCrop">
          <ac:chgData name="WONG Yat To Watson" userId="S::24019633a@common.cpce-polyu.edu.hk::4cb7a5d5-9ff2-4c4d-9e92-17bab1a7aa47" providerId="AD" clId="Web-{08C45298-580D-FCD9-D66E-922030348B33}" dt="2025-04-10T20:15:35.485" v="333" actId="1076"/>
          <ac:picMkLst>
            <pc:docMk/>
            <pc:sldMk cId="3235031591" sldId="279"/>
            <ac:picMk id="8" creationId="{F0796031-B918-10DF-0628-288E198636CB}"/>
          </ac:picMkLst>
        </pc:picChg>
      </pc:sldChg>
      <pc:sldChg chg="modSp">
        <pc:chgData name="WONG Yat To Watson" userId="S::24019633a@common.cpce-polyu.edu.hk::4cb7a5d5-9ff2-4c4d-9e92-17bab1a7aa47" providerId="AD" clId="Web-{08C45298-580D-FCD9-D66E-922030348B33}" dt="2025-04-10T20:16:04.877" v="341" actId="1076"/>
        <pc:sldMkLst>
          <pc:docMk/>
          <pc:sldMk cId="1683989293" sldId="280"/>
        </pc:sldMkLst>
        <pc:spChg chg="mod">
          <ac:chgData name="WONG Yat To Watson" userId="S::24019633a@common.cpce-polyu.edu.hk::4cb7a5d5-9ff2-4c4d-9e92-17bab1a7aa47" providerId="AD" clId="Web-{08C45298-580D-FCD9-D66E-922030348B33}" dt="2025-04-10T20:06:04.409" v="254" actId="20577"/>
          <ac:spMkLst>
            <pc:docMk/>
            <pc:sldMk cId="1683989293" sldId="280"/>
            <ac:spMk id="4" creationId="{F2E59273-BBB9-FA22-CBE9-DF8A1AB55B3F}"/>
          </ac:spMkLst>
        </pc:spChg>
        <pc:spChg chg="mod">
          <ac:chgData name="WONG Yat To Watson" userId="S::24019633a@common.cpce-polyu.edu.hk::4cb7a5d5-9ff2-4c4d-9e92-17bab1a7aa47" providerId="AD" clId="Web-{08C45298-580D-FCD9-D66E-922030348B33}" dt="2025-04-10T20:16:04.877" v="341" actId="1076"/>
          <ac:spMkLst>
            <pc:docMk/>
            <pc:sldMk cId="1683989293" sldId="280"/>
            <ac:spMk id="15" creationId="{F2635FA3-F2EA-EE0B-7ADE-D744D812EDB7}"/>
          </ac:spMkLst>
        </pc:spChg>
        <pc:picChg chg="mod modCrop">
          <ac:chgData name="WONG Yat To Watson" userId="S::24019633a@common.cpce-polyu.edu.hk::4cb7a5d5-9ff2-4c4d-9e92-17bab1a7aa47" providerId="AD" clId="Web-{08C45298-580D-FCD9-D66E-922030348B33}" dt="2025-04-10T20:15:59.971" v="340" actId="1076"/>
          <ac:picMkLst>
            <pc:docMk/>
            <pc:sldMk cId="1683989293" sldId="280"/>
            <ac:picMk id="9" creationId="{966ECCD8-E901-7213-B636-6F47D651FEB5}"/>
          </ac:picMkLst>
        </pc:picChg>
      </pc:sldChg>
      <pc:sldChg chg="addSp delSp modSp">
        <pc:chgData name="WONG Yat To Watson" userId="S::24019633a@common.cpce-polyu.edu.hk::4cb7a5d5-9ff2-4c4d-9e92-17bab1a7aa47" providerId="AD" clId="Web-{08C45298-580D-FCD9-D66E-922030348B33}" dt="2025-04-10T20:06:53.771" v="280" actId="20577"/>
        <pc:sldMkLst>
          <pc:docMk/>
          <pc:sldMk cId="3986882889" sldId="281"/>
        </pc:sldMkLst>
        <pc:spChg chg="mod">
          <ac:chgData name="WONG Yat To Watson" userId="S::24019633a@common.cpce-polyu.edu.hk::4cb7a5d5-9ff2-4c4d-9e92-17bab1a7aa47" providerId="AD" clId="Web-{08C45298-580D-FCD9-D66E-922030348B33}" dt="2025-04-10T20:06:53.771" v="280" actId="20577"/>
          <ac:spMkLst>
            <pc:docMk/>
            <pc:sldMk cId="3986882889" sldId="281"/>
            <ac:spMk id="4" creationId="{CFEC071F-DB8C-C0CE-5D0F-121DFAB29F31}"/>
          </ac:spMkLst>
        </pc:spChg>
        <pc:picChg chg="add mod">
          <ac:chgData name="WONG Yat To Watson" userId="S::24019633a@common.cpce-polyu.edu.hk::4cb7a5d5-9ff2-4c4d-9e92-17bab1a7aa47" providerId="AD" clId="Web-{08C45298-580D-FCD9-D66E-922030348B33}" dt="2025-04-10T20:04:58.031" v="232" actId="1076"/>
          <ac:picMkLst>
            <pc:docMk/>
            <pc:sldMk cId="3986882889" sldId="281"/>
            <ac:picMk id="3" creationId="{FDF476E7-E76F-8CFF-ABDD-601DC94D1E39}"/>
          </ac:picMkLst>
        </pc:picChg>
        <pc:picChg chg="del">
          <ac:chgData name="WONG Yat To Watson" userId="S::24019633a@common.cpce-polyu.edu.hk::4cb7a5d5-9ff2-4c4d-9e92-17bab1a7aa47" providerId="AD" clId="Web-{08C45298-580D-FCD9-D66E-922030348B33}" dt="2025-04-10T20:04:46.937" v="230"/>
          <ac:picMkLst>
            <pc:docMk/>
            <pc:sldMk cId="3986882889" sldId="281"/>
            <ac:picMk id="11" creationId="{63557B2B-FFA5-ACD9-74A5-CD874AE6105E}"/>
          </ac:picMkLst>
        </pc:picChg>
      </pc:sldChg>
      <pc:sldChg chg="modSp">
        <pc:chgData name="WONG Yat To Watson" userId="S::24019633a@common.cpce-polyu.edu.hk::4cb7a5d5-9ff2-4c4d-9e92-17bab1a7aa47" providerId="AD" clId="Web-{08C45298-580D-FCD9-D66E-922030348B33}" dt="2025-04-10T20:17:04.927" v="360" actId="20577"/>
        <pc:sldMkLst>
          <pc:docMk/>
          <pc:sldMk cId="2713490509" sldId="287"/>
        </pc:sldMkLst>
        <pc:spChg chg="mod">
          <ac:chgData name="WONG Yat To Watson" userId="S::24019633a@common.cpce-polyu.edu.hk::4cb7a5d5-9ff2-4c4d-9e92-17bab1a7aa47" providerId="AD" clId="Web-{08C45298-580D-FCD9-D66E-922030348B33}" dt="2025-04-10T20:17:04.927" v="360" actId="20577"/>
          <ac:spMkLst>
            <pc:docMk/>
            <pc:sldMk cId="2713490509" sldId="287"/>
            <ac:spMk id="3" creationId="{23C0889C-F668-8006-6292-4E8695EEC398}"/>
          </ac:spMkLst>
        </pc:spChg>
      </pc:sldChg>
      <pc:sldChg chg="addSp delSp modSp">
        <pc:chgData name="WONG Yat To Watson" userId="S::24019633a@common.cpce-polyu.edu.hk::4cb7a5d5-9ff2-4c4d-9e92-17bab1a7aa47" providerId="AD" clId="Web-{08C45298-580D-FCD9-D66E-922030348B33}" dt="2025-04-10T20:08:01.539" v="284"/>
        <pc:sldMkLst>
          <pc:docMk/>
          <pc:sldMk cId="1376595952" sldId="288"/>
        </pc:sldMkLst>
        <pc:spChg chg="mod">
          <ac:chgData name="WONG Yat To Watson" userId="S::24019633a@common.cpce-polyu.edu.hk::4cb7a5d5-9ff2-4c4d-9e92-17bab1a7aa47" providerId="AD" clId="Web-{08C45298-580D-FCD9-D66E-922030348B33}" dt="2025-04-10T20:08:01.539" v="284"/>
          <ac:spMkLst>
            <pc:docMk/>
            <pc:sldMk cId="1376595952" sldId="288"/>
            <ac:spMk id="2" creationId="{E2E76AA3-41B4-EB01-8D27-AA4CFCED9EFE}"/>
          </ac:spMkLst>
        </pc:spChg>
        <pc:spChg chg="add del">
          <ac:chgData name="WONG Yat To Watson" userId="S::24019633a@common.cpce-polyu.edu.hk::4cb7a5d5-9ff2-4c4d-9e92-17bab1a7aa47" providerId="AD" clId="Web-{08C45298-580D-FCD9-D66E-922030348B33}" dt="2025-04-10T20:08:01.539" v="284"/>
          <ac:spMkLst>
            <pc:docMk/>
            <pc:sldMk cId="1376595952" sldId="288"/>
            <ac:spMk id="7" creationId="{32D32A60-013B-47A8-8833-D2424080917B}"/>
          </ac:spMkLst>
        </pc:spChg>
        <pc:spChg chg="add del">
          <ac:chgData name="WONG Yat To Watson" userId="S::24019633a@common.cpce-polyu.edu.hk::4cb7a5d5-9ff2-4c4d-9e92-17bab1a7aa47" providerId="AD" clId="Web-{08C45298-580D-FCD9-D66E-922030348B33}" dt="2025-04-10T20:08:01.539" v="284"/>
          <ac:spMkLst>
            <pc:docMk/>
            <pc:sldMk cId="1376595952" sldId="288"/>
            <ac:spMk id="8" creationId="{AE27932B-B694-4C4C-90D7-A0333A7C5876}"/>
          </ac:spMkLst>
        </pc:spChg>
        <pc:spChg chg="add del">
          <ac:chgData name="WONG Yat To Watson" userId="S::24019633a@common.cpce-polyu.edu.hk::4cb7a5d5-9ff2-4c4d-9e92-17bab1a7aa47" providerId="AD" clId="Web-{08C45298-580D-FCD9-D66E-922030348B33}" dt="2025-04-10T20:08:01.539" v="284"/>
          <ac:spMkLst>
            <pc:docMk/>
            <pc:sldMk cId="1376595952" sldId="288"/>
            <ac:spMk id="11" creationId="{A9DA474E-6B91-4200-840F-0257B2358A75}"/>
          </ac:spMkLst>
        </pc:spChg>
        <pc:spChg chg="add del">
          <ac:chgData name="WONG Yat To Watson" userId="S::24019633a@common.cpce-polyu.edu.hk::4cb7a5d5-9ff2-4c4d-9e92-17bab1a7aa47" providerId="AD" clId="Web-{08C45298-580D-FCD9-D66E-922030348B33}" dt="2025-04-10T20:08:01.539" v="284"/>
          <ac:spMkLst>
            <pc:docMk/>
            <pc:sldMk cId="1376595952" sldId="288"/>
            <ac:spMk id="17" creationId="{482E7304-2AC2-4A5C-924D-A6AC3FFC5EAC}"/>
          </ac:spMkLst>
        </pc:spChg>
        <pc:spChg chg="add del">
          <ac:chgData name="WONG Yat To Watson" userId="S::24019633a@common.cpce-polyu.edu.hk::4cb7a5d5-9ff2-4c4d-9e92-17bab1a7aa47" providerId="AD" clId="Web-{08C45298-580D-FCD9-D66E-922030348B33}" dt="2025-04-10T20:08:01.539" v="284"/>
          <ac:spMkLst>
            <pc:docMk/>
            <pc:sldMk cId="1376595952" sldId="288"/>
            <ac:spMk id="24" creationId="{A3C183B1-1D4B-4E3D-A02E-A426E3BFA016}"/>
          </ac:spMkLst>
        </pc:spChg>
        <pc:graphicFrameChg chg="mod modGraphic">
          <ac:chgData name="WONG Yat To Watson" userId="S::24019633a@common.cpce-polyu.edu.hk::4cb7a5d5-9ff2-4c4d-9e92-17bab1a7aa47" providerId="AD" clId="Web-{08C45298-580D-FCD9-D66E-922030348B33}" dt="2025-04-10T20:08:01.539" v="284"/>
          <ac:graphicFrameMkLst>
            <pc:docMk/>
            <pc:sldMk cId="1376595952" sldId="288"/>
            <ac:graphicFrameMk id="5" creationId="{DF1F1A6E-522D-F2B7-4BCC-D13E6961FAB2}"/>
          </ac:graphicFrameMkLst>
        </pc:graphicFrameChg>
        <pc:picChg chg="add del">
          <ac:chgData name="WONG Yat To Watson" userId="S::24019633a@common.cpce-polyu.edu.hk::4cb7a5d5-9ff2-4c4d-9e92-17bab1a7aa47" providerId="AD" clId="Web-{08C45298-580D-FCD9-D66E-922030348B33}" dt="2025-04-10T20:08:01.539" v="284"/>
          <ac:picMkLst>
            <pc:docMk/>
            <pc:sldMk cId="1376595952" sldId="288"/>
            <ac:picMk id="13" creationId="{DF63C9AD-AE6E-4512-8171-91612E84CCFB}"/>
          </ac:picMkLst>
        </pc:picChg>
        <pc:cxnChg chg="del">
          <ac:chgData name="WONG Yat To Watson" userId="S::24019633a@common.cpce-polyu.edu.hk::4cb7a5d5-9ff2-4c4d-9e92-17bab1a7aa47" providerId="AD" clId="Web-{08C45298-580D-FCD9-D66E-922030348B33}" dt="2025-04-10T20:07:54.492" v="283"/>
          <ac:cxnSpMkLst>
            <pc:docMk/>
            <pc:sldMk cId="1376595952" sldId="288"/>
            <ac:cxnSpMk id="9" creationId="{9EBB0476-5CF0-4F44-8D68-5D42D7AEE43A}"/>
          </ac:cxnSpMkLst>
        </pc:cxnChg>
        <pc:cxnChg chg="add del">
          <ac:chgData name="WONG Yat To Watson" userId="S::24019633a@common.cpce-polyu.edu.hk::4cb7a5d5-9ff2-4c4d-9e92-17bab1a7aa47" providerId="AD" clId="Web-{08C45298-580D-FCD9-D66E-922030348B33}" dt="2025-04-10T20:08:01.539" v="284"/>
          <ac:cxnSpMkLst>
            <pc:docMk/>
            <pc:sldMk cId="1376595952" sldId="288"/>
            <ac:cxnSpMk id="15" creationId="{FE1A49CE-B63D-457A-A180-1C883E1A63D2}"/>
          </ac:cxnSpMkLst>
        </pc:cxnChg>
        <pc:cxnChg chg="del">
          <ac:chgData name="WONG Yat To Watson" userId="S::24019633a@common.cpce-polyu.edu.hk::4cb7a5d5-9ff2-4c4d-9e92-17bab1a7aa47" providerId="AD" clId="Web-{08C45298-580D-FCD9-D66E-922030348B33}" dt="2025-04-10T20:08:01.539" v="284"/>
          <ac:cxnSpMkLst>
            <pc:docMk/>
            <pc:sldMk cId="1376595952" sldId="288"/>
            <ac:cxnSpMk id="19" creationId="{D259FEF2-F6A5-442F-BA10-4E39EECD0ABE}"/>
          </ac:cxnSpMkLst>
        </pc:cxnChg>
      </pc:sldChg>
      <pc:sldChg chg="modSp">
        <pc:chgData name="WONG Yat To Watson" userId="S::24019633a@common.cpce-polyu.edu.hk::4cb7a5d5-9ff2-4c4d-9e92-17bab1a7aa47" providerId="AD" clId="Web-{08C45298-580D-FCD9-D66E-922030348B33}" dt="2025-04-10T20:09:58.653" v="296" actId="20577"/>
        <pc:sldMkLst>
          <pc:docMk/>
          <pc:sldMk cId="944322270" sldId="289"/>
        </pc:sldMkLst>
        <pc:spChg chg="mod">
          <ac:chgData name="WONG Yat To Watson" userId="S::24019633a@common.cpce-polyu.edu.hk::4cb7a5d5-9ff2-4c4d-9e92-17bab1a7aa47" providerId="AD" clId="Web-{08C45298-580D-FCD9-D66E-922030348B33}" dt="2025-04-10T20:09:58.653" v="296" actId="20577"/>
          <ac:spMkLst>
            <pc:docMk/>
            <pc:sldMk cId="944322270" sldId="289"/>
            <ac:spMk id="3" creationId="{CA35D7C7-52A6-FF08-7660-DB3B3C233DC1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1:21.141" v="301" actId="20577"/>
        <pc:sldMkLst>
          <pc:docMk/>
          <pc:sldMk cId="1483915679" sldId="290"/>
        </pc:sldMkLst>
        <pc:spChg chg="mod">
          <ac:chgData name="WONG Yat To Watson" userId="S::24019633a@common.cpce-polyu.edu.hk::4cb7a5d5-9ff2-4c4d-9e92-17bab1a7aa47" providerId="AD" clId="Web-{08C45298-580D-FCD9-D66E-922030348B33}" dt="2025-04-10T20:11:21.141" v="301" actId="20577"/>
          <ac:spMkLst>
            <pc:docMk/>
            <pc:sldMk cId="1483915679" sldId="290"/>
            <ac:spMk id="3" creationId="{A9E26C98-C1D9-B8A3-E552-5F7A65990516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2:30.050" v="308" actId="14100"/>
        <pc:sldMkLst>
          <pc:docMk/>
          <pc:sldMk cId="4166409784" sldId="291"/>
        </pc:sldMkLst>
        <pc:spChg chg="mod">
          <ac:chgData name="WONG Yat To Watson" userId="S::24019633a@common.cpce-polyu.edu.hk::4cb7a5d5-9ff2-4c4d-9e92-17bab1a7aa47" providerId="AD" clId="Web-{08C45298-580D-FCD9-D66E-922030348B33}" dt="2025-04-10T20:12:30.050" v="308" actId="14100"/>
          <ac:spMkLst>
            <pc:docMk/>
            <pc:sldMk cId="4166409784" sldId="291"/>
            <ac:spMk id="3" creationId="{7490EC1B-7BDA-CB98-3FA3-36A8A6273513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2:37.941" v="309" actId="20577"/>
        <pc:sldMkLst>
          <pc:docMk/>
          <pc:sldMk cId="3482349741" sldId="292"/>
        </pc:sldMkLst>
        <pc:spChg chg="mod">
          <ac:chgData name="WONG Yat To Watson" userId="S::24019633a@common.cpce-polyu.edu.hk::4cb7a5d5-9ff2-4c4d-9e92-17bab1a7aa47" providerId="AD" clId="Web-{08C45298-580D-FCD9-D66E-922030348B33}" dt="2025-04-10T20:12:37.941" v="309" actId="20577"/>
          <ac:spMkLst>
            <pc:docMk/>
            <pc:sldMk cId="3482349741" sldId="292"/>
            <ac:spMk id="3" creationId="{C7476E3F-CCEB-1D45-7098-3AFFAA92DD20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3:00.098" v="313" actId="14100"/>
        <pc:sldMkLst>
          <pc:docMk/>
          <pc:sldMk cId="3740548546" sldId="293"/>
        </pc:sldMkLst>
        <pc:spChg chg="mod">
          <ac:chgData name="WONG Yat To Watson" userId="S::24019633a@common.cpce-polyu.edu.hk::4cb7a5d5-9ff2-4c4d-9e92-17bab1a7aa47" providerId="AD" clId="Web-{08C45298-580D-FCD9-D66E-922030348B33}" dt="2025-04-10T20:13:00.098" v="313" actId="14100"/>
          <ac:spMkLst>
            <pc:docMk/>
            <pc:sldMk cId="3740548546" sldId="293"/>
            <ac:spMk id="3" creationId="{BC1A85B7-2519-B541-551D-38877F057A42}"/>
          </ac:spMkLst>
        </pc:spChg>
      </pc:sldChg>
      <pc:sldChg chg="addSp delSp modSp">
        <pc:chgData name="WONG Yat To Watson" userId="S::24019633a@common.cpce-polyu.edu.hk::4cb7a5d5-9ff2-4c4d-9e92-17bab1a7aa47" providerId="AD" clId="Web-{08C45298-580D-FCD9-D66E-922030348B33}" dt="2025-04-10T19:57:33.935" v="213"/>
        <pc:sldMkLst>
          <pc:docMk/>
          <pc:sldMk cId="2085619321" sldId="294"/>
        </pc:sldMkLst>
        <pc:spChg chg="mod">
          <ac:chgData name="WONG Yat To Watson" userId="S::24019633a@common.cpce-polyu.edu.hk::4cb7a5d5-9ff2-4c4d-9e92-17bab1a7aa47" providerId="AD" clId="Web-{08C45298-580D-FCD9-D66E-922030348B33}" dt="2025-04-10T19:57:33.935" v="213"/>
          <ac:spMkLst>
            <pc:docMk/>
            <pc:sldMk cId="2085619321" sldId="294"/>
            <ac:spMk id="2" creationId="{43C94070-616F-99AF-545F-5FA749390F41}"/>
          </ac:spMkLst>
        </pc:spChg>
        <pc:spChg chg="add del mod">
          <ac:chgData name="WONG Yat To Watson" userId="S::24019633a@common.cpce-polyu.edu.hk::4cb7a5d5-9ff2-4c4d-9e92-17bab1a7aa47" providerId="AD" clId="Web-{08C45298-580D-FCD9-D66E-922030348B33}" dt="2025-04-10T19:57:22.216" v="212"/>
          <ac:spMkLst>
            <pc:docMk/>
            <pc:sldMk cId="2085619321" sldId="294"/>
            <ac:spMk id="4" creationId="{251F5D12-EB0E-A709-338E-B2878AE5B0D9}"/>
          </ac:spMkLst>
        </pc:spChg>
        <pc:spChg chg="del">
          <ac:chgData name="WONG Yat To Watson" userId="S::24019633a@common.cpce-polyu.edu.hk::4cb7a5d5-9ff2-4c4d-9e92-17bab1a7aa47" providerId="AD" clId="Web-{08C45298-580D-FCD9-D66E-922030348B33}" dt="2025-04-10T19:57:33.935" v="213"/>
          <ac:spMkLst>
            <pc:docMk/>
            <pc:sldMk cId="2085619321" sldId="294"/>
            <ac:spMk id="20" creationId="{84C75E2B-CACA-478C-B26B-182AF87A18E3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19:57:33.935" v="213"/>
          <ac:spMkLst>
            <pc:docMk/>
            <pc:sldMk cId="2085619321" sldId="294"/>
            <ac:spMk id="31" creationId="{0CABCAE3-64FC-4149-819F-2C1812824154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19:57:33.935" v="213"/>
          <ac:spMkLst>
            <pc:docMk/>
            <pc:sldMk cId="2085619321" sldId="294"/>
            <ac:spMk id="39" creationId="{2FA7AD0A-1871-4DF8-9235-F49D0513B9C1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19:57:33.935" v="213"/>
          <ac:spMkLst>
            <pc:docMk/>
            <pc:sldMk cId="2085619321" sldId="294"/>
            <ac:spMk id="41" creationId="{36B04CFB-FAE5-47DD-9B3E-4E9BA7A89CC1}"/>
          </ac:spMkLst>
        </pc:spChg>
        <pc:spChg chg="add">
          <ac:chgData name="WONG Yat To Watson" userId="S::24019633a@common.cpce-polyu.edu.hk::4cb7a5d5-9ff2-4c4d-9e92-17bab1a7aa47" providerId="AD" clId="Web-{08C45298-580D-FCD9-D66E-922030348B33}" dt="2025-04-10T19:57:33.935" v="213"/>
          <ac:spMkLst>
            <pc:docMk/>
            <pc:sldMk cId="2085619321" sldId="294"/>
            <ac:spMk id="49" creationId="{622F7FD7-8884-4FD5-95AB-0B5C6033ADF7}"/>
          </ac:spMkLst>
        </pc:spChg>
        <pc:picChg chg="del">
          <ac:chgData name="WONG Yat To Watson" userId="S::24019633a@common.cpce-polyu.edu.hk::4cb7a5d5-9ff2-4c4d-9e92-17bab1a7aa47" providerId="AD" clId="Web-{08C45298-580D-FCD9-D66E-922030348B33}" dt="2025-04-10T19:57:17.090" v="211"/>
          <ac:picMkLst>
            <pc:docMk/>
            <pc:sldMk cId="2085619321" sldId="294"/>
            <ac:picMk id="5" creationId="{02D87E21-51ED-FED2-458D-7EC2429D60B9}"/>
          </ac:picMkLst>
        </pc:picChg>
        <pc:picChg chg="add mod ord">
          <ac:chgData name="WONG Yat To Watson" userId="S::24019633a@common.cpce-polyu.edu.hk::4cb7a5d5-9ff2-4c4d-9e92-17bab1a7aa47" providerId="AD" clId="Web-{08C45298-580D-FCD9-D66E-922030348B33}" dt="2025-04-10T19:57:33.935" v="213"/>
          <ac:picMkLst>
            <pc:docMk/>
            <pc:sldMk cId="2085619321" sldId="294"/>
            <ac:picMk id="6" creationId="{3969719B-238F-FB2D-2EA6-70625002CA6E}"/>
          </ac:picMkLst>
        </pc:picChg>
        <pc:picChg chg="del">
          <ac:chgData name="WONG Yat To Watson" userId="S::24019633a@common.cpce-polyu.edu.hk::4cb7a5d5-9ff2-4c4d-9e92-17bab1a7aa47" providerId="AD" clId="Web-{08C45298-580D-FCD9-D66E-922030348B33}" dt="2025-04-10T19:57:33.935" v="213"/>
          <ac:picMkLst>
            <pc:docMk/>
            <pc:sldMk cId="2085619321" sldId="294"/>
            <ac:picMk id="22" creationId="{50FF2874-547C-4D14-9E18-28B19002FB8C}"/>
          </ac:picMkLst>
        </pc:picChg>
        <pc:picChg chg="add">
          <ac:chgData name="WONG Yat To Watson" userId="S::24019633a@common.cpce-polyu.edu.hk::4cb7a5d5-9ff2-4c4d-9e92-17bab1a7aa47" providerId="AD" clId="Web-{08C45298-580D-FCD9-D66E-922030348B33}" dt="2025-04-10T19:57:33.935" v="213"/>
          <ac:picMkLst>
            <pc:docMk/>
            <pc:sldMk cId="2085619321" sldId="294"/>
            <ac:picMk id="33" creationId="{012FDCFE-9AD2-4D8A-8CBF-B3AA37EBF6DD}"/>
          </ac:picMkLst>
        </pc:picChg>
        <pc:picChg chg="add">
          <ac:chgData name="WONG Yat To Watson" userId="S::24019633a@common.cpce-polyu.edu.hk::4cb7a5d5-9ff2-4c4d-9e92-17bab1a7aa47" providerId="AD" clId="Web-{08C45298-580D-FCD9-D66E-922030348B33}" dt="2025-04-10T19:57:33.935" v="213"/>
          <ac:picMkLst>
            <pc:docMk/>
            <pc:sldMk cId="2085619321" sldId="294"/>
            <ac:picMk id="51" creationId="{16EFE474-4FE0-4E8F-8F09-5ED2C9E76A84}"/>
          </ac:picMkLst>
        </pc:picChg>
      </pc:sldChg>
      <pc:sldChg chg="modSp">
        <pc:chgData name="WONG Yat To Watson" userId="S::24019633a@common.cpce-polyu.edu.hk::4cb7a5d5-9ff2-4c4d-9e92-17bab1a7aa47" providerId="AD" clId="Web-{08C45298-580D-FCD9-D66E-922030348B33}" dt="2025-04-10T20:06:13.769" v="259" actId="20577"/>
        <pc:sldMkLst>
          <pc:docMk/>
          <pc:sldMk cId="795140429" sldId="295"/>
        </pc:sldMkLst>
        <pc:spChg chg="mod">
          <ac:chgData name="WONG Yat To Watson" userId="S::24019633a@common.cpce-polyu.edu.hk::4cb7a5d5-9ff2-4c4d-9e92-17bab1a7aa47" providerId="AD" clId="Web-{08C45298-580D-FCD9-D66E-922030348B33}" dt="2025-04-10T20:06:13.769" v="259" actId="20577"/>
          <ac:spMkLst>
            <pc:docMk/>
            <pc:sldMk cId="795140429" sldId="295"/>
            <ac:spMk id="4" creationId="{8C111BA0-AA16-E25A-6164-28F0CA64CEBE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06:23.598" v="266" actId="20577"/>
        <pc:sldMkLst>
          <pc:docMk/>
          <pc:sldMk cId="3490295512" sldId="296"/>
        </pc:sldMkLst>
        <pc:spChg chg="mod">
          <ac:chgData name="WONG Yat To Watson" userId="S::24019633a@common.cpce-polyu.edu.hk::4cb7a5d5-9ff2-4c4d-9e92-17bab1a7aa47" providerId="AD" clId="Web-{08C45298-580D-FCD9-D66E-922030348B33}" dt="2025-04-10T20:06:23.598" v="266" actId="20577"/>
          <ac:spMkLst>
            <pc:docMk/>
            <pc:sldMk cId="3490295512" sldId="296"/>
            <ac:spMk id="4" creationId="{E4607D7A-0C8E-49CA-4191-D66F5C04EACC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06:29.270" v="269" actId="20577"/>
        <pc:sldMkLst>
          <pc:docMk/>
          <pc:sldMk cId="1636604630" sldId="297"/>
        </pc:sldMkLst>
        <pc:spChg chg="mod">
          <ac:chgData name="WONG Yat To Watson" userId="S::24019633a@common.cpce-polyu.edu.hk::4cb7a5d5-9ff2-4c4d-9e92-17bab1a7aa47" providerId="AD" clId="Web-{08C45298-580D-FCD9-D66E-922030348B33}" dt="2025-04-10T20:06:29.270" v="269" actId="20577"/>
          <ac:spMkLst>
            <pc:docMk/>
            <pc:sldMk cId="1636604630" sldId="297"/>
            <ac:spMk id="4" creationId="{DA4EFE2F-5212-87A5-F4F7-563D5DEA9016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06:37.786" v="274" actId="14100"/>
        <pc:sldMkLst>
          <pc:docMk/>
          <pc:sldMk cId="1333446879" sldId="298"/>
        </pc:sldMkLst>
        <pc:spChg chg="mod">
          <ac:chgData name="WONG Yat To Watson" userId="S::24019633a@common.cpce-polyu.edu.hk::4cb7a5d5-9ff2-4c4d-9e92-17bab1a7aa47" providerId="AD" clId="Web-{08C45298-580D-FCD9-D66E-922030348B33}" dt="2025-04-10T20:06:37.786" v="274" actId="14100"/>
          <ac:spMkLst>
            <pc:docMk/>
            <pc:sldMk cId="1333446879" sldId="298"/>
            <ac:spMk id="4" creationId="{0F8D665C-7554-6BEE-EE1A-D38F5F50AE35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06:43.552" v="277" actId="20577"/>
        <pc:sldMkLst>
          <pc:docMk/>
          <pc:sldMk cId="3057906716" sldId="299"/>
        </pc:sldMkLst>
        <pc:spChg chg="mod">
          <ac:chgData name="WONG Yat To Watson" userId="S::24019633a@common.cpce-polyu.edu.hk::4cb7a5d5-9ff2-4c4d-9e92-17bab1a7aa47" providerId="AD" clId="Web-{08C45298-580D-FCD9-D66E-922030348B33}" dt="2025-04-10T20:06:43.552" v="277" actId="20577"/>
          <ac:spMkLst>
            <pc:docMk/>
            <pc:sldMk cId="3057906716" sldId="299"/>
            <ac:spMk id="4" creationId="{7CF7BFCD-323C-D7B7-9171-F96CCD98FB76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3:45.184" v="319" actId="14100"/>
        <pc:sldMkLst>
          <pc:docMk/>
          <pc:sldMk cId="531071069" sldId="300"/>
        </pc:sldMkLst>
        <pc:spChg chg="mod">
          <ac:chgData name="WONG Yat To Watson" userId="S::24019633a@common.cpce-polyu.edu.hk::4cb7a5d5-9ff2-4c4d-9e92-17bab1a7aa47" providerId="AD" clId="Web-{08C45298-580D-FCD9-D66E-922030348B33}" dt="2025-04-10T20:13:45.184" v="319" actId="14100"/>
          <ac:spMkLst>
            <pc:docMk/>
            <pc:sldMk cId="531071069" sldId="300"/>
            <ac:spMk id="8" creationId="{006096C8-4721-3496-0496-0B402B6DEB0A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4:24.717" v="322" actId="20577"/>
        <pc:sldMkLst>
          <pc:docMk/>
          <pc:sldMk cId="3616001837" sldId="301"/>
        </pc:sldMkLst>
        <pc:spChg chg="mod">
          <ac:chgData name="WONG Yat To Watson" userId="S::24019633a@common.cpce-polyu.edu.hk::4cb7a5d5-9ff2-4c4d-9e92-17bab1a7aa47" providerId="AD" clId="Web-{08C45298-580D-FCD9-D66E-922030348B33}" dt="2025-04-10T20:14:24.717" v="322" actId="20577"/>
          <ac:spMkLst>
            <pc:docMk/>
            <pc:sldMk cId="3616001837" sldId="301"/>
            <ac:spMk id="44" creationId="{0187741E-B9FF-E76C-07F8-67FE487A6D4C}"/>
          </ac:spMkLst>
        </pc:spChg>
      </pc:sldChg>
      <pc:sldChg chg="modSp">
        <pc:chgData name="WONG Yat To Watson" userId="S::24019633a@common.cpce-polyu.edu.hk::4cb7a5d5-9ff2-4c4d-9e92-17bab1a7aa47" providerId="AD" clId="Web-{08C45298-580D-FCD9-D66E-922030348B33}" dt="2025-04-10T20:15:48.798" v="337" actId="1076"/>
        <pc:sldMkLst>
          <pc:docMk/>
          <pc:sldMk cId="37511955" sldId="304"/>
        </pc:sldMkLst>
        <pc:spChg chg="mod">
          <ac:chgData name="WONG Yat To Watson" userId="S::24019633a@common.cpce-polyu.edu.hk::4cb7a5d5-9ff2-4c4d-9e92-17bab1a7aa47" providerId="AD" clId="Web-{08C45298-580D-FCD9-D66E-922030348B33}" dt="2025-04-10T20:05:58.956" v="252" actId="20577"/>
          <ac:spMkLst>
            <pc:docMk/>
            <pc:sldMk cId="37511955" sldId="304"/>
            <ac:spMk id="4" creationId="{51535AD4-9356-4267-B6ED-FB6AD3BD4A5C}"/>
          </ac:spMkLst>
        </pc:spChg>
        <pc:spChg chg="mod">
          <ac:chgData name="WONG Yat To Watson" userId="S::24019633a@common.cpce-polyu.edu.hk::4cb7a5d5-9ff2-4c4d-9e92-17bab1a7aa47" providerId="AD" clId="Web-{08C45298-580D-FCD9-D66E-922030348B33}" dt="2025-04-10T20:15:48.798" v="337" actId="1076"/>
          <ac:spMkLst>
            <pc:docMk/>
            <pc:sldMk cId="37511955" sldId="304"/>
            <ac:spMk id="15" creationId="{E9BA6A15-17DD-C72A-BCBD-A7F245B02B13}"/>
          </ac:spMkLst>
        </pc:spChg>
        <pc:picChg chg="mod modCrop">
          <ac:chgData name="WONG Yat To Watson" userId="S::24019633a@common.cpce-polyu.edu.hk::4cb7a5d5-9ff2-4c4d-9e92-17bab1a7aa47" providerId="AD" clId="Web-{08C45298-580D-FCD9-D66E-922030348B33}" dt="2025-04-10T20:15:45.611" v="336" actId="1076"/>
          <ac:picMkLst>
            <pc:docMk/>
            <pc:sldMk cId="37511955" sldId="304"/>
            <ac:picMk id="10" creationId="{E8632C7E-8A1A-99C5-B5EB-58856169DA52}"/>
          </ac:picMkLst>
        </pc:picChg>
      </pc:sldChg>
    </pc:docChg>
  </pc:docChgLst>
  <pc:docChgLst>
    <pc:chgData name="HO Ming Pak" userId="S::24021745a@common.cpce-polyu.edu.hk::dff67b3a-6906-4e5b-a9b4-5f6ac34e2ac2" providerId="AD" clId="Web-{27DB1B98-9F18-709A-5474-4DBCEB6D72BD}"/>
    <pc:docChg chg="addSld delSld modSld">
      <pc:chgData name="HO Ming Pak" userId="S::24021745a@common.cpce-polyu.edu.hk::dff67b3a-6906-4e5b-a9b4-5f6ac34e2ac2" providerId="AD" clId="Web-{27DB1B98-9F18-709A-5474-4DBCEB6D72BD}" dt="2025-04-10T17:44:42.621" v="156" actId="20577"/>
      <pc:docMkLst>
        <pc:docMk/>
      </pc:docMkLst>
      <pc:sldChg chg="del">
        <pc:chgData name="HO Ming Pak" userId="S::24021745a@common.cpce-polyu.edu.hk::dff67b3a-6906-4e5b-a9b4-5f6ac34e2ac2" providerId="AD" clId="Web-{27DB1B98-9F18-709A-5474-4DBCEB6D72BD}" dt="2025-04-10T16:03:47.267" v="52"/>
        <pc:sldMkLst>
          <pc:docMk/>
          <pc:sldMk cId="1033401432" sldId="257"/>
        </pc:sldMkLst>
      </pc:sldChg>
      <pc:sldChg chg="del">
        <pc:chgData name="HO Ming Pak" userId="S::24021745a@common.cpce-polyu.edu.hk::dff67b3a-6906-4e5b-a9b4-5f6ac34e2ac2" providerId="AD" clId="Web-{27DB1B98-9F18-709A-5474-4DBCEB6D72BD}" dt="2025-04-10T16:03:12.907" v="50"/>
        <pc:sldMkLst>
          <pc:docMk/>
          <pc:sldMk cId="1074104925" sldId="258"/>
        </pc:sldMkLst>
      </pc:sldChg>
      <pc:sldChg chg="del">
        <pc:chgData name="HO Ming Pak" userId="S::24021745a@common.cpce-polyu.edu.hk::dff67b3a-6906-4e5b-a9b4-5f6ac34e2ac2" providerId="AD" clId="Web-{27DB1B98-9F18-709A-5474-4DBCEB6D72BD}" dt="2025-04-10T16:08:19.066" v="70"/>
        <pc:sldMkLst>
          <pc:docMk/>
          <pc:sldMk cId="2508981813" sldId="259"/>
        </pc:sldMkLst>
      </pc:sldChg>
      <pc:sldChg chg="modSp del">
        <pc:chgData name="HO Ming Pak" userId="S::24021745a@common.cpce-polyu.edu.hk::dff67b3a-6906-4e5b-a9b4-5f6ac34e2ac2" providerId="AD" clId="Web-{27DB1B98-9F18-709A-5474-4DBCEB6D72BD}" dt="2025-04-10T16:08:56.128" v="77"/>
        <pc:sldMkLst>
          <pc:docMk/>
          <pc:sldMk cId="1555994020" sldId="260"/>
        </pc:sldMkLst>
        <pc:spChg chg="mod">
          <ac:chgData name="HO Ming Pak" userId="S::24021745a@common.cpce-polyu.edu.hk::dff67b3a-6906-4e5b-a9b4-5f6ac34e2ac2" providerId="AD" clId="Web-{27DB1B98-9F18-709A-5474-4DBCEB6D72BD}" dt="2025-04-10T16:08:25.144" v="71" actId="1076"/>
          <ac:spMkLst>
            <pc:docMk/>
            <pc:sldMk cId="1555994020" sldId="260"/>
            <ac:spMk id="8" creationId="{455608CC-7A23-40B7-7B8E-894037DEF5B2}"/>
          </ac:spMkLst>
        </pc:spChg>
      </pc:sldChg>
      <pc:sldChg chg="del">
        <pc:chgData name="HO Ming Pak" userId="S::24021745a@common.cpce-polyu.edu.hk::dff67b3a-6906-4e5b-a9b4-5f6ac34e2ac2" providerId="AD" clId="Web-{27DB1B98-9F18-709A-5474-4DBCEB6D72BD}" dt="2025-04-10T16:12:05.271" v="88"/>
        <pc:sldMkLst>
          <pc:docMk/>
          <pc:sldMk cId="3214296456" sldId="261"/>
        </pc:sldMkLst>
      </pc:sldChg>
      <pc:sldChg chg="del">
        <pc:chgData name="HO Ming Pak" userId="S::24021745a@common.cpce-polyu.edu.hk::dff67b3a-6906-4e5b-a9b4-5f6ac34e2ac2" providerId="AD" clId="Web-{27DB1B98-9F18-709A-5474-4DBCEB6D72BD}" dt="2025-04-10T16:34:59.133" v="105"/>
        <pc:sldMkLst>
          <pc:docMk/>
          <pc:sldMk cId="204138378" sldId="262"/>
        </pc:sldMkLst>
      </pc:sldChg>
      <pc:sldChg chg="del">
        <pc:chgData name="HO Ming Pak" userId="S::24021745a@common.cpce-polyu.edu.hk::dff67b3a-6906-4e5b-a9b4-5f6ac34e2ac2" providerId="AD" clId="Web-{27DB1B98-9F18-709A-5474-4DBCEB6D72BD}" dt="2025-04-10T16:34:48.883" v="103"/>
        <pc:sldMkLst>
          <pc:docMk/>
          <pc:sldMk cId="2412818475" sldId="263"/>
        </pc:sldMkLst>
      </pc:sldChg>
      <pc:sldChg chg="modSp del">
        <pc:chgData name="HO Ming Pak" userId="S::24021745a@common.cpce-polyu.edu.hk::dff67b3a-6906-4e5b-a9b4-5f6ac34e2ac2" providerId="AD" clId="Web-{27DB1B98-9F18-709A-5474-4DBCEB6D72BD}" dt="2025-04-10T16:00:23.563" v="31"/>
        <pc:sldMkLst>
          <pc:docMk/>
          <pc:sldMk cId="2357459438" sldId="265"/>
        </pc:sldMkLst>
        <pc:spChg chg="mod">
          <ac:chgData name="HO Ming Pak" userId="S::24021745a@common.cpce-polyu.edu.hk::dff67b3a-6906-4e5b-a9b4-5f6ac34e2ac2" providerId="AD" clId="Web-{27DB1B98-9F18-709A-5474-4DBCEB6D72BD}" dt="2025-04-10T16:00:13.297" v="28" actId="20577"/>
          <ac:spMkLst>
            <pc:docMk/>
            <pc:sldMk cId="2357459438" sldId="265"/>
            <ac:spMk id="2" creationId="{9409F7C4-2435-F68D-722B-2451B0AA8223}"/>
          </ac:spMkLst>
        </pc:spChg>
      </pc:sldChg>
      <pc:sldChg chg="del">
        <pc:chgData name="HO Ming Pak" userId="S::24021745a@common.cpce-polyu.edu.hk::dff67b3a-6906-4e5b-a9b4-5f6ac34e2ac2" providerId="AD" clId="Web-{27DB1B98-9F18-709A-5474-4DBCEB6D72BD}" dt="2025-04-10T16:01:00.844" v="35"/>
        <pc:sldMkLst>
          <pc:docMk/>
          <pc:sldMk cId="417605436" sldId="266"/>
        </pc:sldMkLst>
      </pc:sldChg>
      <pc:sldChg chg="del">
        <pc:chgData name="HO Ming Pak" userId="S::24021745a@common.cpce-polyu.edu.hk::dff67b3a-6906-4e5b-a9b4-5f6ac34e2ac2" providerId="AD" clId="Web-{27DB1B98-9F18-709A-5474-4DBCEB6D72BD}" dt="2025-04-10T15:58:58.953" v="6"/>
        <pc:sldMkLst>
          <pc:docMk/>
          <pc:sldMk cId="701828411" sldId="272"/>
        </pc:sldMkLst>
      </pc:sldChg>
      <pc:sldChg chg="del">
        <pc:chgData name="HO Ming Pak" userId="S::24021745a@common.cpce-polyu.edu.hk::dff67b3a-6906-4e5b-a9b4-5f6ac34e2ac2" providerId="AD" clId="Web-{27DB1B98-9F18-709A-5474-4DBCEB6D72BD}" dt="2025-04-10T15:59:15.250" v="12"/>
        <pc:sldMkLst>
          <pc:docMk/>
          <pc:sldMk cId="3919273318" sldId="273"/>
        </pc:sldMkLst>
      </pc:sldChg>
      <pc:sldChg chg="del">
        <pc:chgData name="HO Ming Pak" userId="S::24021745a@common.cpce-polyu.edu.hk::dff67b3a-6906-4e5b-a9b4-5f6ac34e2ac2" providerId="AD" clId="Web-{27DB1B98-9F18-709A-5474-4DBCEB6D72BD}" dt="2025-04-10T15:59:35.187" v="18"/>
        <pc:sldMkLst>
          <pc:docMk/>
          <pc:sldMk cId="3867191541" sldId="275"/>
        </pc:sldMkLst>
      </pc:sldChg>
      <pc:sldChg chg="modSp del">
        <pc:chgData name="HO Ming Pak" userId="S::24021745a@common.cpce-polyu.edu.hk::dff67b3a-6906-4e5b-a9b4-5f6ac34e2ac2" providerId="AD" clId="Web-{27DB1B98-9F18-709A-5474-4DBCEB6D72BD}" dt="2025-04-10T15:59:51.687" v="24"/>
        <pc:sldMkLst>
          <pc:docMk/>
          <pc:sldMk cId="1172654421" sldId="276"/>
        </pc:sldMkLst>
        <pc:spChg chg="mod">
          <ac:chgData name="HO Ming Pak" userId="S::24021745a@common.cpce-polyu.edu.hk::dff67b3a-6906-4e5b-a9b4-5f6ac34e2ac2" providerId="AD" clId="Web-{27DB1B98-9F18-709A-5474-4DBCEB6D72BD}" dt="2025-04-10T15:57:46.671" v="0" actId="1076"/>
          <ac:spMkLst>
            <pc:docMk/>
            <pc:sldMk cId="1172654421" sldId="276"/>
            <ac:spMk id="5" creationId="{DB2D5D1B-42AB-0B93-762A-7C0F23D0D679}"/>
          </ac:spMkLst>
        </pc:spChg>
      </pc:sldChg>
      <pc:sldChg chg="addSp modSp new">
        <pc:chgData name="HO Ming Pak" userId="S::24021745a@common.cpce-polyu.edu.hk::dff67b3a-6906-4e5b-a9b4-5f6ac34e2ac2" providerId="AD" clId="Web-{27DB1B98-9F18-709A-5474-4DBCEB6D72BD}" dt="2025-04-10T15:58:57.281" v="5" actId="1076"/>
        <pc:sldMkLst>
          <pc:docMk/>
          <pc:sldMk cId="2484950397" sldId="282"/>
        </pc:sldMkLst>
        <pc:spChg chg="mod">
          <ac:chgData name="HO Ming Pak" userId="S::24021745a@common.cpce-polyu.edu.hk::dff67b3a-6906-4e5b-a9b4-5f6ac34e2ac2" providerId="AD" clId="Web-{27DB1B98-9F18-709A-5474-4DBCEB6D72BD}" dt="2025-04-10T15:58:50.640" v="3" actId="20577"/>
          <ac:spMkLst>
            <pc:docMk/>
            <pc:sldMk cId="2484950397" sldId="282"/>
            <ac:spMk id="2" creationId="{C62049E3-2E00-DBD6-F927-C00D86E0B437}"/>
          </ac:spMkLst>
        </pc:spChg>
        <pc:spChg chg="add mod">
          <ac:chgData name="HO Ming Pak" userId="S::24021745a@common.cpce-polyu.edu.hk::dff67b3a-6906-4e5b-a9b4-5f6ac34e2ac2" providerId="AD" clId="Web-{27DB1B98-9F18-709A-5474-4DBCEB6D72BD}" dt="2025-04-10T15:58:57.281" v="5" actId="1076"/>
          <ac:spMkLst>
            <pc:docMk/>
            <pc:sldMk cId="2484950397" sldId="282"/>
            <ac:spMk id="5" creationId="{5EB968E4-236E-8942-9536-FF3CE9E7F241}"/>
          </ac:spMkLst>
        </pc:spChg>
      </pc:sldChg>
      <pc:sldChg chg="addSp modSp new">
        <pc:chgData name="HO Ming Pak" userId="S::24021745a@common.cpce-polyu.edu.hk::dff67b3a-6906-4e5b-a9b4-5f6ac34e2ac2" providerId="AD" clId="Web-{27DB1B98-9F18-709A-5474-4DBCEB6D72BD}" dt="2025-04-10T15:59:13.718" v="11" actId="1076"/>
        <pc:sldMkLst>
          <pc:docMk/>
          <pc:sldMk cId="2466384059" sldId="283"/>
        </pc:sldMkLst>
        <pc:spChg chg="mod">
          <ac:chgData name="HO Ming Pak" userId="S::24021745a@common.cpce-polyu.edu.hk::dff67b3a-6906-4e5b-a9b4-5f6ac34e2ac2" providerId="AD" clId="Web-{27DB1B98-9F18-709A-5474-4DBCEB6D72BD}" dt="2025-04-10T15:59:07.781" v="9" actId="20577"/>
          <ac:spMkLst>
            <pc:docMk/>
            <pc:sldMk cId="2466384059" sldId="283"/>
            <ac:spMk id="2" creationId="{F9F06D57-9664-D008-27DC-BED69F87BAF2}"/>
          </ac:spMkLst>
        </pc:spChg>
        <pc:spChg chg="add mod">
          <ac:chgData name="HO Ming Pak" userId="S::24021745a@common.cpce-polyu.edu.hk::dff67b3a-6906-4e5b-a9b4-5f6ac34e2ac2" providerId="AD" clId="Web-{27DB1B98-9F18-709A-5474-4DBCEB6D72BD}" dt="2025-04-10T15:59:13.718" v="11" actId="1076"/>
          <ac:spMkLst>
            <pc:docMk/>
            <pc:sldMk cId="2466384059" sldId="283"/>
            <ac:spMk id="5" creationId="{34F2D215-8A55-73AC-9746-367FCF6835F9}"/>
          </ac:spMkLst>
        </pc:spChg>
      </pc:sldChg>
      <pc:sldChg chg="addSp modSp new">
        <pc:chgData name="HO Ming Pak" userId="S::24021745a@common.cpce-polyu.edu.hk::dff67b3a-6906-4e5b-a9b4-5f6ac34e2ac2" providerId="AD" clId="Web-{27DB1B98-9F18-709A-5474-4DBCEB6D72BD}" dt="2025-04-10T15:59:33.609" v="17" actId="1076"/>
        <pc:sldMkLst>
          <pc:docMk/>
          <pc:sldMk cId="1799171236" sldId="284"/>
        </pc:sldMkLst>
        <pc:spChg chg="mod">
          <ac:chgData name="HO Ming Pak" userId="S::24021745a@common.cpce-polyu.edu.hk::dff67b3a-6906-4e5b-a9b4-5f6ac34e2ac2" providerId="AD" clId="Web-{27DB1B98-9F18-709A-5474-4DBCEB6D72BD}" dt="2025-04-10T15:59:27.406" v="15" actId="20577"/>
          <ac:spMkLst>
            <pc:docMk/>
            <pc:sldMk cId="1799171236" sldId="284"/>
            <ac:spMk id="2" creationId="{6B400711-5551-099C-472F-24F496851F40}"/>
          </ac:spMkLst>
        </pc:spChg>
        <pc:spChg chg="add mod">
          <ac:chgData name="HO Ming Pak" userId="S::24021745a@common.cpce-polyu.edu.hk::dff67b3a-6906-4e5b-a9b4-5f6ac34e2ac2" providerId="AD" clId="Web-{27DB1B98-9F18-709A-5474-4DBCEB6D72BD}" dt="2025-04-10T15:59:33.609" v="17" actId="1076"/>
          <ac:spMkLst>
            <pc:docMk/>
            <pc:sldMk cId="1799171236" sldId="284"/>
            <ac:spMk id="5" creationId="{8481AAFA-D1BF-7D05-BC06-BCE02FE483F3}"/>
          </ac:spMkLst>
        </pc:spChg>
      </pc:sldChg>
      <pc:sldChg chg="addSp modSp new">
        <pc:chgData name="HO Ming Pak" userId="S::24021745a@common.cpce-polyu.edu.hk::dff67b3a-6906-4e5b-a9b4-5f6ac34e2ac2" providerId="AD" clId="Web-{27DB1B98-9F18-709A-5474-4DBCEB6D72BD}" dt="2025-04-10T15:59:50.172" v="23" actId="1076"/>
        <pc:sldMkLst>
          <pc:docMk/>
          <pc:sldMk cId="2596838071" sldId="285"/>
        </pc:sldMkLst>
        <pc:spChg chg="mod">
          <ac:chgData name="HO Ming Pak" userId="S::24021745a@common.cpce-polyu.edu.hk::dff67b3a-6906-4e5b-a9b4-5f6ac34e2ac2" providerId="AD" clId="Web-{27DB1B98-9F18-709A-5474-4DBCEB6D72BD}" dt="2025-04-10T15:59:43.687" v="21" actId="20577"/>
          <ac:spMkLst>
            <pc:docMk/>
            <pc:sldMk cId="2596838071" sldId="285"/>
            <ac:spMk id="2" creationId="{25565CDA-79A9-B564-B9B8-191A18503349}"/>
          </ac:spMkLst>
        </pc:spChg>
        <pc:spChg chg="add mod">
          <ac:chgData name="HO Ming Pak" userId="S::24021745a@common.cpce-polyu.edu.hk::dff67b3a-6906-4e5b-a9b4-5f6ac34e2ac2" providerId="AD" clId="Web-{27DB1B98-9F18-709A-5474-4DBCEB6D72BD}" dt="2025-04-10T15:59:50.172" v="23" actId="1076"/>
          <ac:spMkLst>
            <pc:docMk/>
            <pc:sldMk cId="2596838071" sldId="285"/>
            <ac:spMk id="5" creationId="{3D6C1270-D7DE-1CF2-000C-4FE8B539F9F6}"/>
          </ac:spMkLst>
        </pc:spChg>
      </pc:sldChg>
      <pc:sldChg chg="addSp delSp modSp new mod setBg">
        <pc:chgData name="HO Ming Pak" userId="S::24021745a@common.cpce-polyu.edu.hk::dff67b3a-6906-4e5b-a9b4-5f6ac34e2ac2" providerId="AD" clId="Web-{27DB1B98-9F18-709A-5474-4DBCEB6D72BD}" dt="2025-04-10T16:00:44.938" v="32"/>
        <pc:sldMkLst>
          <pc:docMk/>
          <pc:sldMk cId="3609148977" sldId="286"/>
        </pc:sldMkLst>
        <pc:spChg chg="mod">
          <ac:chgData name="HO Ming Pak" userId="S::24021745a@common.cpce-polyu.edu.hk::dff67b3a-6906-4e5b-a9b4-5f6ac34e2ac2" providerId="AD" clId="Web-{27DB1B98-9F18-709A-5474-4DBCEB6D72BD}" dt="2025-04-10T16:00:44.938" v="32"/>
          <ac:spMkLst>
            <pc:docMk/>
            <pc:sldMk cId="3609148977" sldId="286"/>
            <ac:spMk id="2" creationId="{2DE10A78-455E-86FC-D893-1AC3B21DAF75}"/>
          </ac:spMkLst>
        </pc:spChg>
        <pc:spChg chg="del">
          <ac:chgData name="HO Ming Pak" userId="S::24021745a@common.cpce-polyu.edu.hk::dff67b3a-6906-4e5b-a9b4-5f6ac34e2ac2" providerId="AD" clId="Web-{27DB1B98-9F18-709A-5474-4DBCEB6D72BD}" dt="2025-04-10T16:00:44.938" v="32"/>
          <ac:spMkLst>
            <pc:docMk/>
            <pc:sldMk cId="3609148977" sldId="286"/>
            <ac:spMk id="3" creationId="{42B2595A-CD7F-16A8-2D82-9CEF07AEF153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0:44.938" v="32"/>
          <ac:spMkLst>
            <pc:docMk/>
            <pc:sldMk cId="3609148977" sldId="286"/>
            <ac:spMk id="10" creationId="{0CABCAE3-64FC-4149-819F-2C1812824154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0:44.938" v="32"/>
          <ac:spMkLst>
            <pc:docMk/>
            <pc:sldMk cId="3609148977" sldId="286"/>
            <ac:spMk id="18" creationId="{D0712110-0BC1-4B31-B3BB-63B44222E87F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0:44.938" v="32"/>
          <ac:spMkLst>
            <pc:docMk/>
            <pc:sldMk cId="3609148977" sldId="286"/>
            <ac:spMk id="20" creationId="{4466B5F3-C053-4580-B04A-1EF949888280}"/>
          </ac:spMkLst>
        </pc:spChg>
        <pc:picChg chg="add">
          <ac:chgData name="HO Ming Pak" userId="S::24021745a@common.cpce-polyu.edu.hk::dff67b3a-6906-4e5b-a9b4-5f6ac34e2ac2" providerId="AD" clId="Web-{27DB1B98-9F18-709A-5474-4DBCEB6D72BD}" dt="2025-04-10T16:00:44.938" v="32"/>
          <ac:picMkLst>
            <pc:docMk/>
            <pc:sldMk cId="3609148977" sldId="286"/>
            <ac:picMk id="7" creationId="{D44249BE-1031-F7C4-65E4-52810AF17E22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6:00:44.938" v="32"/>
          <ac:picMkLst>
            <pc:docMk/>
            <pc:sldMk cId="3609148977" sldId="286"/>
            <ac:picMk id="12" creationId="{012FDCFE-9AD2-4D8A-8CBF-B3AA37EBF6DD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6:00:44.938" v="32"/>
          <ac:picMkLst>
            <pc:docMk/>
            <pc:sldMk cId="3609148977" sldId="286"/>
            <ac:picMk id="24" creationId="{25CED634-E2D0-4AB7-96DD-816C9B52C5CF}"/>
          </ac:picMkLst>
        </pc:picChg>
        <pc:cxnChg chg="add">
          <ac:chgData name="HO Ming Pak" userId="S::24021745a@common.cpce-polyu.edu.hk::dff67b3a-6906-4e5b-a9b4-5f6ac34e2ac2" providerId="AD" clId="Web-{27DB1B98-9F18-709A-5474-4DBCEB6D72BD}" dt="2025-04-10T16:00:44.938" v="32"/>
          <ac:cxnSpMkLst>
            <pc:docMk/>
            <pc:sldMk cId="3609148977" sldId="286"/>
            <ac:cxnSpMk id="14" creationId="{FBD463FC-4CA8-4FF4-85A3-AF9F4B98D210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00:44.938" v="32"/>
          <ac:cxnSpMkLst>
            <pc:docMk/>
            <pc:sldMk cId="3609148977" sldId="286"/>
            <ac:cxnSpMk id="26" creationId="{FCDDCDFB-696D-4FDF-9B58-24F71B7C37BC}"/>
          </ac:cxnSpMkLst>
        </pc:cxnChg>
      </pc:sldChg>
      <pc:sldChg chg="modSp new">
        <pc:chgData name="HO Ming Pak" userId="S::24021745a@common.cpce-polyu.edu.hk::dff67b3a-6906-4e5b-a9b4-5f6ac34e2ac2" providerId="AD" clId="Web-{27DB1B98-9F18-709A-5474-4DBCEB6D72BD}" dt="2025-04-10T16:00:59.469" v="34" actId="20577"/>
        <pc:sldMkLst>
          <pc:docMk/>
          <pc:sldMk cId="2713490509" sldId="287"/>
        </pc:sldMkLst>
        <pc:spChg chg="mod">
          <ac:chgData name="HO Ming Pak" userId="S::24021745a@common.cpce-polyu.edu.hk::dff67b3a-6906-4e5b-a9b4-5f6ac34e2ac2" providerId="AD" clId="Web-{27DB1B98-9F18-709A-5474-4DBCEB6D72BD}" dt="2025-04-10T16:00:59.469" v="34" actId="20577"/>
          <ac:spMkLst>
            <pc:docMk/>
            <pc:sldMk cId="2713490509" sldId="287"/>
            <ac:spMk id="2" creationId="{5C37D0E0-C919-17D5-E38E-1DA5635BE5DB}"/>
          </ac:spMkLst>
        </pc:spChg>
      </pc:sldChg>
      <pc:sldChg chg="addSp delSp modSp add mod replId setBg">
        <pc:chgData name="HO Ming Pak" userId="S::24021745a@common.cpce-polyu.edu.hk::dff67b3a-6906-4e5b-a9b4-5f6ac34e2ac2" providerId="AD" clId="Web-{27DB1B98-9F18-709A-5474-4DBCEB6D72BD}" dt="2025-04-10T16:04:17.611" v="58"/>
        <pc:sldMkLst>
          <pc:docMk/>
          <pc:sldMk cId="1376595952" sldId="288"/>
        </pc:sldMkLst>
        <pc:spChg chg="mod">
          <ac:chgData name="HO Ming Pak" userId="S::24021745a@common.cpce-polyu.edu.hk::dff67b3a-6906-4e5b-a9b4-5f6ac34e2ac2" providerId="AD" clId="Web-{27DB1B98-9F18-709A-5474-4DBCEB6D72BD}" dt="2025-04-10T16:04:08.533" v="57"/>
          <ac:spMkLst>
            <pc:docMk/>
            <pc:sldMk cId="1376595952" sldId="288"/>
            <ac:spMk id="2" creationId="{E2E76AA3-41B4-EB01-8D27-AA4CFCED9EFE}"/>
          </ac:spMkLst>
        </pc:spChg>
        <pc:spChg chg="del">
          <ac:chgData name="HO Ming Pak" userId="S::24021745a@common.cpce-polyu.edu.hk::dff67b3a-6906-4e5b-a9b4-5f6ac34e2ac2" providerId="AD" clId="Web-{27DB1B98-9F18-709A-5474-4DBCEB6D72BD}" dt="2025-04-10T16:02:22.204" v="39"/>
          <ac:spMkLst>
            <pc:docMk/>
            <pc:sldMk cId="1376595952" sldId="288"/>
            <ac:spMk id="3" creationId="{0EA18A95-8438-51B8-8E88-C307A3F0BC09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4:08.533" v="57"/>
          <ac:spMkLst>
            <pc:docMk/>
            <pc:sldMk cId="1376595952" sldId="288"/>
            <ac:spMk id="7" creationId="{32D32A60-013B-47A8-8833-D2424080917B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4:08.533" v="57"/>
          <ac:spMkLst>
            <pc:docMk/>
            <pc:sldMk cId="1376595952" sldId="288"/>
            <ac:spMk id="8" creationId="{AE27932B-B694-4C4C-90D7-A0333A7C5876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02:47.610" v="42"/>
          <ac:spMkLst>
            <pc:docMk/>
            <pc:sldMk cId="1376595952" sldId="288"/>
            <ac:spMk id="10" creationId="{1B6FE1E6-1155-46CD-9113-BC03DDD53DEB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4:08.533" v="57"/>
          <ac:spMkLst>
            <pc:docMk/>
            <pc:sldMk cId="1376595952" sldId="288"/>
            <ac:spMk id="11" creationId="{A9DA474E-6B91-4200-840F-0257B2358A75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02:47.610" v="42"/>
          <ac:spMkLst>
            <pc:docMk/>
            <pc:sldMk cId="1376595952" sldId="288"/>
            <ac:spMk id="12" creationId="{F80DFCE9-814C-46CF-8B54-3DF7C405D591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02:49.392" v="44"/>
          <ac:spMkLst>
            <pc:docMk/>
            <pc:sldMk cId="1376595952" sldId="288"/>
            <ac:spMk id="20" creationId="{482E7304-2AC2-4A5C-924D-A6AC3FFC5EAC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02:49.392" v="44"/>
          <ac:spMkLst>
            <pc:docMk/>
            <pc:sldMk cId="1376595952" sldId="288"/>
            <ac:spMk id="22" creationId="{A3C183B1-1D4B-4E3D-A02E-A426E3BFA016}"/>
          </ac:spMkLst>
        </pc:spChg>
        <pc:graphicFrameChg chg="add mod modGraphic">
          <ac:chgData name="HO Ming Pak" userId="S::24021745a@common.cpce-polyu.edu.hk::dff67b3a-6906-4e5b-a9b4-5f6ac34e2ac2" providerId="AD" clId="Web-{27DB1B98-9F18-709A-5474-4DBCEB6D72BD}" dt="2025-04-10T16:04:17.611" v="58"/>
          <ac:graphicFrameMkLst>
            <pc:docMk/>
            <pc:sldMk cId="1376595952" sldId="288"/>
            <ac:graphicFrameMk id="5" creationId="{DF1F1A6E-522D-F2B7-4BCC-D13E6961FAB2}"/>
          </ac:graphicFrameMkLst>
        </pc:graphicFrameChg>
        <pc:picChg chg="add">
          <ac:chgData name="HO Ming Pak" userId="S::24021745a@common.cpce-polyu.edu.hk::dff67b3a-6906-4e5b-a9b4-5f6ac34e2ac2" providerId="AD" clId="Web-{27DB1B98-9F18-709A-5474-4DBCEB6D72BD}" dt="2025-04-10T16:04:08.533" v="57"/>
          <ac:picMkLst>
            <pc:docMk/>
            <pc:sldMk cId="1376595952" sldId="288"/>
            <ac:picMk id="13" creationId="{DF63C9AD-AE6E-4512-8171-91612E84CCFB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6:02:47.610" v="42"/>
          <ac:picMkLst>
            <pc:docMk/>
            <pc:sldMk cId="1376595952" sldId="288"/>
            <ac:picMk id="16" creationId="{4CB4C886-8576-4974-AB93-DE953D24393F}"/>
          </ac:picMkLst>
        </pc:picChg>
        <pc:cxnChg chg="add">
          <ac:chgData name="HO Ming Pak" userId="S::24021745a@common.cpce-polyu.edu.hk::dff67b3a-6906-4e5b-a9b4-5f6ac34e2ac2" providerId="AD" clId="Web-{27DB1B98-9F18-709A-5474-4DBCEB6D72BD}" dt="2025-04-10T16:04:08.533" v="57"/>
          <ac:cxnSpMkLst>
            <pc:docMk/>
            <pc:sldMk cId="1376595952" sldId="288"/>
            <ac:cxnSpMk id="9" creationId="{9EBB0476-5CF0-4F44-8D68-5D42D7AEE43A}"/>
          </ac:cxnSpMkLst>
        </pc:cxnChg>
        <pc:cxnChg chg="add del">
          <ac:chgData name="HO Ming Pak" userId="S::24021745a@common.cpce-polyu.edu.hk::dff67b3a-6906-4e5b-a9b4-5f6ac34e2ac2" providerId="AD" clId="Web-{27DB1B98-9F18-709A-5474-4DBCEB6D72BD}" dt="2025-04-10T16:02:47.610" v="42"/>
          <ac:cxnSpMkLst>
            <pc:docMk/>
            <pc:sldMk cId="1376595952" sldId="288"/>
            <ac:cxnSpMk id="14" creationId="{34EA8DE4-CCC2-431B-8C80-EA90145DB847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04:08.533" v="57"/>
          <ac:cxnSpMkLst>
            <pc:docMk/>
            <pc:sldMk cId="1376595952" sldId="288"/>
            <ac:cxnSpMk id="15" creationId="{FE1A49CE-B63D-457A-A180-1C883E1A63D2}"/>
          </ac:cxnSpMkLst>
        </pc:cxnChg>
        <pc:cxnChg chg="add del">
          <ac:chgData name="HO Ming Pak" userId="S::24021745a@common.cpce-polyu.edu.hk::dff67b3a-6906-4e5b-a9b4-5f6ac34e2ac2" providerId="AD" clId="Web-{27DB1B98-9F18-709A-5474-4DBCEB6D72BD}" dt="2025-04-10T16:02:47.610" v="42"/>
          <ac:cxnSpMkLst>
            <pc:docMk/>
            <pc:sldMk cId="1376595952" sldId="288"/>
            <ac:cxnSpMk id="18" creationId="{9F386762-7F04-4308-9C63-5F9B6DD51527}"/>
          </ac:cxnSpMkLst>
        </pc:cxnChg>
        <pc:cxnChg chg="add del">
          <ac:chgData name="HO Ming Pak" userId="S::24021745a@common.cpce-polyu.edu.hk::dff67b3a-6906-4e5b-a9b4-5f6ac34e2ac2" providerId="AD" clId="Web-{27DB1B98-9F18-709A-5474-4DBCEB6D72BD}" dt="2025-04-10T16:02:49.392" v="44"/>
          <ac:cxnSpMkLst>
            <pc:docMk/>
            <pc:sldMk cId="1376595952" sldId="288"/>
            <ac:cxnSpMk id="21" creationId="{D259FEF2-F6A5-442F-BA10-4E39EECD0ABE}"/>
          </ac:cxnSpMkLst>
        </pc:cxnChg>
      </pc:sldChg>
      <pc:sldChg chg="addSp modSp new mod setBg">
        <pc:chgData name="HO Ming Pak" userId="S::24021745a@common.cpce-polyu.edu.hk::dff67b3a-6906-4e5b-a9b4-5f6ac34e2ac2" providerId="AD" clId="Web-{27DB1B98-9F18-709A-5474-4DBCEB6D72BD}" dt="2025-04-10T16:03:37.720" v="51"/>
        <pc:sldMkLst>
          <pc:docMk/>
          <pc:sldMk cId="944322270" sldId="289"/>
        </pc:sldMkLst>
        <pc:spChg chg="mod">
          <ac:chgData name="HO Ming Pak" userId="S::24021745a@common.cpce-polyu.edu.hk::dff67b3a-6906-4e5b-a9b4-5f6ac34e2ac2" providerId="AD" clId="Web-{27DB1B98-9F18-709A-5474-4DBCEB6D72BD}" dt="2025-04-10T16:03:37.720" v="51"/>
          <ac:spMkLst>
            <pc:docMk/>
            <pc:sldMk cId="944322270" sldId="289"/>
            <ac:spMk id="2" creationId="{BAF1F98E-9615-7E82-A432-AF4EFC546930}"/>
          </ac:spMkLst>
        </pc:spChg>
        <pc:spChg chg="mod">
          <ac:chgData name="HO Ming Pak" userId="S::24021745a@common.cpce-polyu.edu.hk::dff67b3a-6906-4e5b-a9b4-5f6ac34e2ac2" providerId="AD" clId="Web-{27DB1B98-9F18-709A-5474-4DBCEB6D72BD}" dt="2025-04-10T16:03:37.720" v="51"/>
          <ac:spMkLst>
            <pc:docMk/>
            <pc:sldMk cId="944322270" sldId="289"/>
            <ac:spMk id="3" creationId="{CA35D7C7-52A6-FF08-7660-DB3B3C233DC1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3:37.720" v="51"/>
          <ac:spMkLst>
            <pc:docMk/>
            <pc:sldMk cId="944322270" sldId="289"/>
            <ac:spMk id="9" creationId="{7BEFDA1A-2A01-4C29-A5D0-AE6F050D07DF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3:37.720" v="51"/>
          <ac:spMkLst>
            <pc:docMk/>
            <pc:sldMk cId="944322270" sldId="289"/>
            <ac:spMk id="13" creationId="{279D3810-B86F-4009-84EC-DE0FEABD6FCE}"/>
          </ac:spMkLst>
        </pc:spChg>
        <pc:picChg chg="add">
          <ac:chgData name="HO Ming Pak" userId="S::24021745a@common.cpce-polyu.edu.hk::dff67b3a-6906-4e5b-a9b4-5f6ac34e2ac2" providerId="AD" clId="Web-{27DB1B98-9F18-709A-5474-4DBCEB6D72BD}" dt="2025-04-10T16:03:37.720" v="51"/>
          <ac:picMkLst>
            <pc:docMk/>
            <pc:sldMk cId="944322270" sldId="289"/>
            <ac:picMk id="5" creationId="{0335F7CC-2FC3-0AE7-E827-F443EF5233BD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6:03:37.720" v="51"/>
          <ac:picMkLst>
            <pc:docMk/>
            <pc:sldMk cId="944322270" sldId="289"/>
            <ac:picMk id="15" creationId="{C33612A4-0B77-4479-B2AA-F178599550AA}"/>
          </ac:picMkLst>
        </pc:picChg>
        <pc:cxnChg chg="add">
          <ac:chgData name="HO Ming Pak" userId="S::24021745a@common.cpce-polyu.edu.hk::dff67b3a-6906-4e5b-a9b4-5f6ac34e2ac2" providerId="AD" clId="Web-{27DB1B98-9F18-709A-5474-4DBCEB6D72BD}" dt="2025-04-10T16:03:37.720" v="51"/>
          <ac:cxnSpMkLst>
            <pc:docMk/>
            <pc:sldMk cId="944322270" sldId="289"/>
            <ac:cxnSpMk id="11" creationId="{17FD20E5-30AF-47B9-9256-2E8E904CBBC1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03:37.720" v="51"/>
          <ac:cxnSpMkLst>
            <pc:docMk/>
            <pc:sldMk cId="944322270" sldId="289"/>
            <ac:cxnSpMk id="17" creationId="{078A367A-3E83-4B48-A0F7-43FBE33328F5}"/>
          </ac:cxnSpMkLst>
        </pc:cxnChg>
      </pc:sldChg>
      <pc:sldChg chg="addSp modSp new mod setBg">
        <pc:chgData name="HO Ming Pak" userId="S::24021745a@common.cpce-polyu.edu.hk::dff67b3a-6906-4e5b-a9b4-5f6ac34e2ac2" providerId="AD" clId="Web-{27DB1B98-9F18-709A-5474-4DBCEB6D72BD}" dt="2025-04-10T16:07:11.550" v="64"/>
        <pc:sldMkLst>
          <pc:docMk/>
          <pc:sldMk cId="1483915679" sldId="290"/>
        </pc:sldMkLst>
        <pc:spChg chg="mod">
          <ac:chgData name="HO Ming Pak" userId="S::24021745a@common.cpce-polyu.edu.hk::dff67b3a-6906-4e5b-a9b4-5f6ac34e2ac2" providerId="AD" clId="Web-{27DB1B98-9F18-709A-5474-4DBCEB6D72BD}" dt="2025-04-10T16:07:11.550" v="64"/>
          <ac:spMkLst>
            <pc:docMk/>
            <pc:sldMk cId="1483915679" sldId="290"/>
            <ac:spMk id="2" creationId="{AF68BA10-076D-E8A2-5717-1F31C72F85D8}"/>
          </ac:spMkLst>
        </pc:spChg>
        <pc:spChg chg="mod">
          <ac:chgData name="HO Ming Pak" userId="S::24021745a@common.cpce-polyu.edu.hk::dff67b3a-6906-4e5b-a9b4-5f6ac34e2ac2" providerId="AD" clId="Web-{27DB1B98-9F18-709A-5474-4DBCEB6D72BD}" dt="2025-04-10T16:07:11.550" v="64"/>
          <ac:spMkLst>
            <pc:docMk/>
            <pc:sldMk cId="1483915679" sldId="290"/>
            <ac:spMk id="3" creationId="{A9E26C98-C1D9-B8A3-E552-5F7A65990516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7:11.550" v="64"/>
          <ac:spMkLst>
            <pc:docMk/>
            <pc:sldMk cId="1483915679" sldId="290"/>
            <ac:spMk id="9" creationId="{35C3D674-3D59-4E93-80CA-0C0A9095E816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07:11.550" v="64"/>
          <ac:spMkLst>
            <pc:docMk/>
            <pc:sldMk cId="1483915679" sldId="290"/>
            <ac:spMk id="13" creationId="{EF2A81E1-BCBE-426B-8C09-33274E69409D}"/>
          </ac:spMkLst>
        </pc:spChg>
        <pc:picChg chg="add mod">
          <ac:chgData name="HO Ming Pak" userId="S::24021745a@common.cpce-polyu.edu.hk::dff67b3a-6906-4e5b-a9b4-5f6ac34e2ac2" providerId="AD" clId="Web-{27DB1B98-9F18-709A-5474-4DBCEB6D72BD}" dt="2025-04-10T16:07:11.550" v="64"/>
          <ac:picMkLst>
            <pc:docMk/>
            <pc:sldMk cId="1483915679" sldId="290"/>
            <ac:picMk id="4" creationId="{6AEFD03E-2A93-602E-0A99-C4BC94401E05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6:07:11.550" v="64"/>
          <ac:picMkLst>
            <pc:docMk/>
            <pc:sldMk cId="1483915679" sldId="290"/>
            <ac:picMk id="15" creationId="{39D1DDD4-5BB3-45BA-B9B3-06B62299AD79}"/>
          </ac:picMkLst>
        </pc:picChg>
        <pc:cxnChg chg="add">
          <ac:chgData name="HO Ming Pak" userId="S::24021745a@common.cpce-polyu.edu.hk::dff67b3a-6906-4e5b-a9b4-5f6ac34e2ac2" providerId="AD" clId="Web-{27DB1B98-9F18-709A-5474-4DBCEB6D72BD}" dt="2025-04-10T16:07:11.550" v="64"/>
          <ac:cxnSpMkLst>
            <pc:docMk/>
            <pc:sldMk cId="1483915679" sldId="290"/>
            <ac:cxnSpMk id="11" creationId="{C884B8F8-FDC9-498B-9960-5D7260AFCB03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07:11.550" v="64"/>
          <ac:cxnSpMkLst>
            <pc:docMk/>
            <pc:sldMk cId="1483915679" sldId="290"/>
            <ac:cxnSpMk id="17" creationId="{A24DAE64-2302-42EA-8239-F2F0775CA5AD}"/>
          </ac:cxnSpMkLst>
        </pc:cxnChg>
      </pc:sldChg>
      <pc:sldChg chg="addSp delSp modSp new mod setBg">
        <pc:chgData name="HO Ming Pak" userId="S::24021745a@common.cpce-polyu.edu.hk::dff67b3a-6906-4e5b-a9b4-5f6ac34e2ac2" providerId="AD" clId="Web-{27DB1B98-9F18-709A-5474-4DBCEB6D72BD}" dt="2025-04-10T16:11:08.161" v="85"/>
        <pc:sldMkLst>
          <pc:docMk/>
          <pc:sldMk cId="4166409784" sldId="291"/>
        </pc:sldMkLst>
        <pc:spChg chg="mod">
          <ac:chgData name="HO Ming Pak" userId="S::24021745a@common.cpce-polyu.edu.hk::dff67b3a-6906-4e5b-a9b4-5f6ac34e2ac2" providerId="AD" clId="Web-{27DB1B98-9F18-709A-5474-4DBCEB6D72BD}" dt="2025-04-10T16:08:48.410" v="76"/>
          <ac:spMkLst>
            <pc:docMk/>
            <pc:sldMk cId="4166409784" sldId="291"/>
            <ac:spMk id="2" creationId="{74EB0CFE-7724-C985-C715-D3A6A92A35DD}"/>
          </ac:spMkLst>
        </pc:spChg>
        <pc:spChg chg="mod">
          <ac:chgData name="HO Ming Pak" userId="S::24021745a@common.cpce-polyu.edu.hk::dff67b3a-6906-4e5b-a9b4-5f6ac34e2ac2" providerId="AD" clId="Web-{27DB1B98-9F18-709A-5474-4DBCEB6D72BD}" dt="2025-04-10T16:08:48.410" v="76"/>
          <ac:spMkLst>
            <pc:docMk/>
            <pc:sldMk cId="4166409784" sldId="291"/>
            <ac:spMk id="3" creationId="{7490EC1B-7BDA-CB98-3FA3-36A8A6273513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11:08.161" v="85"/>
          <ac:spMkLst>
            <pc:docMk/>
            <pc:sldMk cId="4166409784" sldId="291"/>
            <ac:spMk id="9" creationId="{35C3D674-3D59-4E93-80CA-0C0A9095E816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11:08.161" v="85"/>
          <ac:spMkLst>
            <pc:docMk/>
            <pc:sldMk cId="4166409784" sldId="291"/>
            <ac:spMk id="13" creationId="{EF2A81E1-BCBE-426B-8C09-33274E69409D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11:08.161" v="85"/>
          <ac:spMkLst>
            <pc:docMk/>
            <pc:sldMk cId="4166409784" sldId="291"/>
            <ac:spMk id="22" creationId="{35C3D674-3D59-4E93-80CA-0C0A9095E816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11:08.161" v="85"/>
          <ac:spMkLst>
            <pc:docMk/>
            <pc:sldMk cId="4166409784" sldId="291"/>
            <ac:spMk id="26" creationId="{EF2A81E1-BCBE-426B-8C09-33274E69409D}"/>
          </ac:spMkLst>
        </pc:spChg>
        <pc:picChg chg="add del mod">
          <ac:chgData name="HO Ming Pak" userId="S::24021745a@common.cpce-polyu.edu.hk::dff67b3a-6906-4e5b-a9b4-5f6ac34e2ac2" providerId="AD" clId="Web-{27DB1B98-9F18-709A-5474-4DBCEB6D72BD}" dt="2025-04-10T16:11:05.129" v="83"/>
          <ac:picMkLst>
            <pc:docMk/>
            <pc:sldMk cId="4166409784" sldId="291"/>
            <ac:picMk id="4" creationId="{E123FE87-6199-CCDD-4EB7-5DFECB01B311}"/>
          </ac:picMkLst>
        </pc:picChg>
        <pc:picChg chg="add mod">
          <ac:chgData name="HO Ming Pak" userId="S::24021745a@common.cpce-polyu.edu.hk::dff67b3a-6906-4e5b-a9b4-5f6ac34e2ac2" providerId="AD" clId="Web-{27DB1B98-9F18-709A-5474-4DBCEB6D72BD}" dt="2025-04-10T16:11:08.161" v="85"/>
          <ac:picMkLst>
            <pc:docMk/>
            <pc:sldMk cId="4166409784" sldId="291"/>
            <ac:picMk id="5" creationId="{DE15E6AC-0553-5032-4ABA-8DBD9E940F82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6:11:08.161" v="85"/>
          <ac:picMkLst>
            <pc:docMk/>
            <pc:sldMk cId="4166409784" sldId="291"/>
            <ac:picMk id="15" creationId="{39D1DDD4-5BB3-45BA-B9B3-06B62299AD79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6:11:08.161" v="85"/>
          <ac:picMkLst>
            <pc:docMk/>
            <pc:sldMk cId="4166409784" sldId="291"/>
            <ac:picMk id="28" creationId="{39D1DDD4-5BB3-45BA-B9B3-06B62299AD79}"/>
          </ac:picMkLst>
        </pc:picChg>
        <pc:cxnChg chg="add del">
          <ac:chgData name="HO Ming Pak" userId="S::24021745a@common.cpce-polyu.edu.hk::dff67b3a-6906-4e5b-a9b4-5f6ac34e2ac2" providerId="AD" clId="Web-{27DB1B98-9F18-709A-5474-4DBCEB6D72BD}" dt="2025-04-10T16:11:08.161" v="85"/>
          <ac:cxnSpMkLst>
            <pc:docMk/>
            <pc:sldMk cId="4166409784" sldId="291"/>
            <ac:cxnSpMk id="11" creationId="{C884B8F8-FDC9-498B-9960-5D7260AFCB03}"/>
          </ac:cxnSpMkLst>
        </pc:cxnChg>
        <pc:cxnChg chg="add del">
          <ac:chgData name="HO Ming Pak" userId="S::24021745a@common.cpce-polyu.edu.hk::dff67b3a-6906-4e5b-a9b4-5f6ac34e2ac2" providerId="AD" clId="Web-{27DB1B98-9F18-709A-5474-4DBCEB6D72BD}" dt="2025-04-10T16:11:08.161" v="85"/>
          <ac:cxnSpMkLst>
            <pc:docMk/>
            <pc:sldMk cId="4166409784" sldId="291"/>
            <ac:cxnSpMk id="17" creationId="{A24DAE64-2302-42EA-8239-F2F0775CA5AD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11:08.161" v="85"/>
          <ac:cxnSpMkLst>
            <pc:docMk/>
            <pc:sldMk cId="4166409784" sldId="291"/>
            <ac:cxnSpMk id="30" creationId="{A24DAE64-2302-42EA-8239-F2F0775CA5AD}"/>
          </ac:cxnSpMkLst>
        </pc:cxnChg>
      </pc:sldChg>
      <pc:sldChg chg="addSp modSp new mod setBg">
        <pc:chgData name="HO Ming Pak" userId="S::24021745a@common.cpce-polyu.edu.hk::dff67b3a-6906-4e5b-a9b4-5f6ac34e2ac2" providerId="AD" clId="Web-{27DB1B98-9F18-709A-5474-4DBCEB6D72BD}" dt="2025-04-10T16:12:02.552" v="87"/>
        <pc:sldMkLst>
          <pc:docMk/>
          <pc:sldMk cId="3482349741" sldId="292"/>
        </pc:sldMkLst>
        <pc:spChg chg="mod">
          <ac:chgData name="HO Ming Pak" userId="S::24021745a@common.cpce-polyu.edu.hk::dff67b3a-6906-4e5b-a9b4-5f6ac34e2ac2" providerId="AD" clId="Web-{27DB1B98-9F18-709A-5474-4DBCEB6D72BD}" dt="2025-04-10T16:12:02.552" v="87"/>
          <ac:spMkLst>
            <pc:docMk/>
            <pc:sldMk cId="3482349741" sldId="292"/>
            <ac:spMk id="2" creationId="{C767F210-A2FF-703D-E281-BD99BF0AABC0}"/>
          </ac:spMkLst>
        </pc:spChg>
        <pc:spChg chg="mod">
          <ac:chgData name="HO Ming Pak" userId="S::24021745a@common.cpce-polyu.edu.hk::dff67b3a-6906-4e5b-a9b4-5f6ac34e2ac2" providerId="AD" clId="Web-{27DB1B98-9F18-709A-5474-4DBCEB6D72BD}" dt="2025-04-10T16:12:02.552" v="87"/>
          <ac:spMkLst>
            <pc:docMk/>
            <pc:sldMk cId="3482349741" sldId="292"/>
            <ac:spMk id="3" creationId="{C7476E3F-CCEB-1D45-7098-3AFFAA92DD20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12:02.552" v="87"/>
          <ac:spMkLst>
            <pc:docMk/>
            <pc:sldMk cId="3482349741" sldId="292"/>
            <ac:spMk id="9" creationId="{35C3D674-3D59-4E93-80CA-0C0A9095E816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12:02.552" v="87"/>
          <ac:spMkLst>
            <pc:docMk/>
            <pc:sldMk cId="3482349741" sldId="292"/>
            <ac:spMk id="13" creationId="{EF2A81E1-BCBE-426B-8C09-33274E69409D}"/>
          </ac:spMkLst>
        </pc:spChg>
        <pc:picChg chg="add mod">
          <ac:chgData name="HO Ming Pak" userId="S::24021745a@common.cpce-polyu.edu.hk::dff67b3a-6906-4e5b-a9b4-5f6ac34e2ac2" providerId="AD" clId="Web-{27DB1B98-9F18-709A-5474-4DBCEB6D72BD}" dt="2025-04-10T16:12:02.552" v="87"/>
          <ac:picMkLst>
            <pc:docMk/>
            <pc:sldMk cId="3482349741" sldId="292"/>
            <ac:picMk id="4" creationId="{A6AEE1DD-BB6E-FDD1-62B9-E4FED546D888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6:12:02.552" v="87"/>
          <ac:picMkLst>
            <pc:docMk/>
            <pc:sldMk cId="3482349741" sldId="292"/>
            <ac:picMk id="15" creationId="{39D1DDD4-5BB3-45BA-B9B3-06B62299AD79}"/>
          </ac:picMkLst>
        </pc:picChg>
        <pc:cxnChg chg="add">
          <ac:chgData name="HO Ming Pak" userId="S::24021745a@common.cpce-polyu.edu.hk::dff67b3a-6906-4e5b-a9b4-5f6ac34e2ac2" providerId="AD" clId="Web-{27DB1B98-9F18-709A-5474-4DBCEB6D72BD}" dt="2025-04-10T16:12:02.552" v="87"/>
          <ac:cxnSpMkLst>
            <pc:docMk/>
            <pc:sldMk cId="3482349741" sldId="292"/>
            <ac:cxnSpMk id="11" creationId="{C884B8F8-FDC9-498B-9960-5D7260AFCB03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12:02.552" v="87"/>
          <ac:cxnSpMkLst>
            <pc:docMk/>
            <pc:sldMk cId="3482349741" sldId="292"/>
            <ac:cxnSpMk id="17" creationId="{A24DAE64-2302-42EA-8239-F2F0775CA5AD}"/>
          </ac:cxnSpMkLst>
        </pc:cxnChg>
      </pc:sldChg>
      <pc:sldChg chg="addSp delSp modSp new mod setBg">
        <pc:chgData name="HO Ming Pak" userId="S::24021745a@common.cpce-polyu.edu.hk::dff67b3a-6906-4e5b-a9b4-5f6ac34e2ac2" providerId="AD" clId="Web-{27DB1B98-9F18-709A-5474-4DBCEB6D72BD}" dt="2025-04-10T17:13:44.219" v="113" actId="1076"/>
        <pc:sldMkLst>
          <pc:docMk/>
          <pc:sldMk cId="3740548546" sldId="293"/>
        </pc:sldMkLst>
        <pc:spChg chg="mod">
          <ac:chgData name="HO Ming Pak" userId="S::24021745a@common.cpce-polyu.edu.hk::dff67b3a-6906-4e5b-a9b4-5f6ac34e2ac2" providerId="AD" clId="Web-{27DB1B98-9F18-709A-5474-4DBCEB6D72BD}" dt="2025-04-10T16:35:10.899" v="110"/>
          <ac:spMkLst>
            <pc:docMk/>
            <pc:sldMk cId="3740548546" sldId="293"/>
            <ac:spMk id="2" creationId="{C28C5098-DCF3-8B65-5932-F65AA582956F}"/>
          </ac:spMkLst>
        </pc:spChg>
        <pc:spChg chg="mod">
          <ac:chgData name="HO Ming Pak" userId="S::24021745a@common.cpce-polyu.edu.hk::dff67b3a-6906-4e5b-a9b4-5f6ac34e2ac2" providerId="AD" clId="Web-{27DB1B98-9F18-709A-5474-4DBCEB6D72BD}" dt="2025-04-10T16:35:10.899" v="110"/>
          <ac:spMkLst>
            <pc:docMk/>
            <pc:sldMk cId="3740548546" sldId="293"/>
            <ac:spMk id="3" creationId="{BC1A85B7-2519-B541-551D-38877F057A42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35:08.508" v="107"/>
          <ac:spMkLst>
            <pc:docMk/>
            <pc:sldMk cId="3740548546" sldId="293"/>
            <ac:spMk id="10" creationId="{35C3D674-3D59-4E93-80CA-0C0A9095E816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35:08.508" v="107"/>
          <ac:spMkLst>
            <pc:docMk/>
            <pc:sldMk cId="3740548546" sldId="293"/>
            <ac:spMk id="14" creationId="{EF2A81E1-BCBE-426B-8C09-33274E69409D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35:10.884" v="109"/>
          <ac:spMkLst>
            <pc:docMk/>
            <pc:sldMk cId="3740548546" sldId="293"/>
            <ac:spMk id="20" creationId="{1C2A4B30-77D7-4FFB-8B53-A88BD68CABD2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6:35:10.884" v="109"/>
          <ac:spMkLst>
            <pc:docMk/>
            <pc:sldMk cId="3740548546" sldId="293"/>
            <ac:spMk id="22" creationId="{01E4D783-AD45-49E7-B6C7-BBACB8290688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35:10.899" v="110"/>
          <ac:spMkLst>
            <pc:docMk/>
            <pc:sldMk cId="3740548546" sldId="293"/>
            <ac:spMk id="24" creationId="{35C3D674-3D59-4E93-80CA-0C0A9095E816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6:35:10.899" v="110"/>
          <ac:spMkLst>
            <pc:docMk/>
            <pc:sldMk cId="3740548546" sldId="293"/>
            <ac:spMk id="26" creationId="{EF2A81E1-BCBE-426B-8C09-33274E69409D}"/>
          </ac:spMkLst>
        </pc:spChg>
        <pc:picChg chg="add del mod">
          <ac:chgData name="HO Ming Pak" userId="S::24021745a@common.cpce-polyu.edu.hk::dff67b3a-6906-4e5b-a9b4-5f6ac34e2ac2" providerId="AD" clId="Web-{27DB1B98-9F18-709A-5474-4DBCEB6D72BD}" dt="2025-04-10T17:13:33.937" v="111"/>
          <ac:picMkLst>
            <pc:docMk/>
            <pc:sldMk cId="3740548546" sldId="293"/>
            <ac:picMk id="5" creationId="{3AC778E2-F968-ABA0-0226-E48903B56A03}"/>
          </ac:picMkLst>
        </pc:picChg>
        <pc:picChg chg="add mod">
          <ac:chgData name="HO Ming Pak" userId="S::24021745a@common.cpce-polyu.edu.hk::dff67b3a-6906-4e5b-a9b4-5f6ac34e2ac2" providerId="AD" clId="Web-{27DB1B98-9F18-709A-5474-4DBCEB6D72BD}" dt="2025-04-10T17:13:44.219" v="113" actId="1076"/>
          <ac:picMkLst>
            <pc:docMk/>
            <pc:sldMk cId="3740548546" sldId="293"/>
            <ac:picMk id="6" creationId="{74FCB5B6-5BA0-3E4B-D766-15A5B11BB5B9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6:35:08.508" v="107"/>
          <ac:picMkLst>
            <pc:docMk/>
            <pc:sldMk cId="3740548546" sldId="293"/>
            <ac:picMk id="16" creationId="{39D1DDD4-5BB3-45BA-B9B3-06B62299AD79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6:35:10.899" v="110"/>
          <ac:picMkLst>
            <pc:docMk/>
            <pc:sldMk cId="3740548546" sldId="293"/>
            <ac:picMk id="27" creationId="{39D1DDD4-5BB3-45BA-B9B3-06B62299AD79}"/>
          </ac:picMkLst>
        </pc:picChg>
        <pc:cxnChg chg="add del">
          <ac:chgData name="HO Ming Pak" userId="S::24021745a@common.cpce-polyu.edu.hk::dff67b3a-6906-4e5b-a9b4-5f6ac34e2ac2" providerId="AD" clId="Web-{27DB1B98-9F18-709A-5474-4DBCEB6D72BD}" dt="2025-04-10T16:35:08.508" v="107"/>
          <ac:cxnSpMkLst>
            <pc:docMk/>
            <pc:sldMk cId="3740548546" sldId="293"/>
            <ac:cxnSpMk id="12" creationId="{C884B8F8-FDC9-498B-9960-5D7260AFCB03}"/>
          </ac:cxnSpMkLst>
        </pc:cxnChg>
        <pc:cxnChg chg="add del">
          <ac:chgData name="HO Ming Pak" userId="S::24021745a@common.cpce-polyu.edu.hk::dff67b3a-6906-4e5b-a9b4-5f6ac34e2ac2" providerId="AD" clId="Web-{27DB1B98-9F18-709A-5474-4DBCEB6D72BD}" dt="2025-04-10T16:35:08.508" v="107"/>
          <ac:cxnSpMkLst>
            <pc:docMk/>
            <pc:sldMk cId="3740548546" sldId="293"/>
            <ac:cxnSpMk id="18" creationId="{A24DAE64-2302-42EA-8239-F2F0775CA5AD}"/>
          </ac:cxnSpMkLst>
        </pc:cxnChg>
        <pc:cxnChg chg="add del">
          <ac:chgData name="HO Ming Pak" userId="S::24021745a@common.cpce-polyu.edu.hk::dff67b3a-6906-4e5b-a9b4-5f6ac34e2ac2" providerId="AD" clId="Web-{27DB1B98-9F18-709A-5474-4DBCEB6D72BD}" dt="2025-04-10T16:35:10.884" v="109"/>
          <ac:cxnSpMkLst>
            <pc:docMk/>
            <pc:sldMk cId="3740548546" sldId="293"/>
            <ac:cxnSpMk id="21" creationId="{373AAE2E-5D6B-4952-A4BB-546C49F8DE4B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35:10.899" v="110"/>
          <ac:cxnSpMkLst>
            <pc:docMk/>
            <pc:sldMk cId="3740548546" sldId="293"/>
            <ac:cxnSpMk id="25" creationId="{C884B8F8-FDC9-498B-9960-5D7260AFCB03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6:35:10.899" v="110"/>
          <ac:cxnSpMkLst>
            <pc:docMk/>
            <pc:sldMk cId="3740548546" sldId="293"/>
            <ac:cxnSpMk id="28" creationId="{A24DAE64-2302-42EA-8239-F2F0775CA5AD}"/>
          </ac:cxnSpMkLst>
        </pc:cxnChg>
      </pc:sldChg>
      <pc:sldChg chg="addSp delSp modSp new mod setBg">
        <pc:chgData name="HO Ming Pak" userId="S::24021745a@common.cpce-polyu.edu.hk::dff67b3a-6906-4e5b-a9b4-5f6ac34e2ac2" providerId="AD" clId="Web-{27DB1B98-9F18-709A-5474-4DBCEB6D72BD}" dt="2025-04-10T17:30:26.394" v="145" actId="1076"/>
        <pc:sldMkLst>
          <pc:docMk/>
          <pc:sldMk cId="2085619321" sldId="294"/>
        </pc:sldMkLst>
        <pc:spChg chg="mod">
          <ac:chgData name="HO Ming Pak" userId="S::24021745a@common.cpce-polyu.edu.hk::dff67b3a-6906-4e5b-a9b4-5f6ac34e2ac2" providerId="AD" clId="Web-{27DB1B98-9F18-709A-5474-4DBCEB6D72BD}" dt="2025-04-10T16:34:29.210" v="99" actId="1076"/>
          <ac:spMkLst>
            <pc:docMk/>
            <pc:sldMk cId="2085619321" sldId="294"/>
            <ac:spMk id="2" creationId="{43C94070-616F-99AF-545F-5FA749390F41}"/>
          </ac:spMkLst>
        </pc:spChg>
        <pc:spChg chg="del">
          <ac:chgData name="HO Ming Pak" userId="S::24021745a@common.cpce-polyu.edu.hk::dff67b3a-6906-4e5b-a9b4-5f6ac34e2ac2" providerId="AD" clId="Web-{27DB1B98-9F18-709A-5474-4DBCEB6D72BD}" dt="2025-04-10T16:33:51.474" v="95"/>
          <ac:spMkLst>
            <pc:docMk/>
            <pc:sldMk cId="2085619321" sldId="294"/>
            <ac:spMk id="3" creationId="{5DBF37B5-C899-CA03-70AB-3124D2A7B177}"/>
          </ac:spMkLst>
        </pc:spChg>
        <pc:spChg chg="add del mod">
          <ac:chgData name="HO Ming Pak" userId="S::24021745a@common.cpce-polyu.edu.hk::dff67b3a-6906-4e5b-a9b4-5f6ac34e2ac2" providerId="AD" clId="Web-{27DB1B98-9F18-709A-5474-4DBCEB6D72BD}" dt="2025-04-10T17:30:22.753" v="144"/>
          <ac:spMkLst>
            <pc:docMk/>
            <pc:sldMk cId="2085619321" sldId="294"/>
            <ac:spMk id="7" creationId="{BF5EB052-95DC-AB1B-5BD5-C973207A2E53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0:22.753" v="144"/>
          <ac:spMkLst>
            <pc:docMk/>
            <pc:sldMk cId="2085619321" sldId="294"/>
            <ac:spMk id="9" creationId="{84C75E2B-CACA-478C-B26B-182AF87A18E3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7:30:22.753" v="144"/>
          <ac:spMkLst>
            <pc:docMk/>
            <pc:sldMk cId="2085619321" sldId="294"/>
            <ac:spMk id="20" creationId="{84C75E2B-CACA-478C-B26B-182AF87A18E3}"/>
          </ac:spMkLst>
        </pc:spChg>
        <pc:picChg chg="add del mod ord modCrop">
          <ac:chgData name="HO Ming Pak" userId="S::24021745a@common.cpce-polyu.edu.hk::dff67b3a-6906-4e5b-a9b4-5f6ac34e2ac2" providerId="AD" clId="Web-{27DB1B98-9F18-709A-5474-4DBCEB6D72BD}" dt="2025-04-10T17:30:13.081" v="142"/>
          <ac:picMkLst>
            <pc:docMk/>
            <pc:sldMk cId="2085619321" sldId="294"/>
            <ac:picMk id="4" creationId="{5E9D566E-9348-32F0-474A-1121CE372C37}"/>
          </ac:picMkLst>
        </pc:picChg>
        <pc:picChg chg="add mod">
          <ac:chgData name="HO Ming Pak" userId="S::24021745a@common.cpce-polyu.edu.hk::dff67b3a-6906-4e5b-a9b4-5f6ac34e2ac2" providerId="AD" clId="Web-{27DB1B98-9F18-709A-5474-4DBCEB6D72BD}" dt="2025-04-10T17:30:26.394" v="145" actId="1076"/>
          <ac:picMkLst>
            <pc:docMk/>
            <pc:sldMk cId="2085619321" sldId="294"/>
            <ac:picMk id="5" creationId="{02D87E21-51ED-FED2-458D-7EC2429D60B9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7:30:22.753" v="144"/>
          <ac:picMkLst>
            <pc:docMk/>
            <pc:sldMk cId="2085619321" sldId="294"/>
            <ac:picMk id="11" creationId="{50FF2874-547C-4D14-9E18-28B19002FB8C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7:30:22.753" v="144"/>
          <ac:picMkLst>
            <pc:docMk/>
            <pc:sldMk cId="2085619321" sldId="294"/>
            <ac:picMk id="22" creationId="{50FF2874-547C-4D14-9E18-28B19002FB8C}"/>
          </ac:picMkLst>
        </pc:picChg>
        <pc:cxnChg chg="add del">
          <ac:chgData name="HO Ming Pak" userId="S::24021745a@common.cpce-polyu.edu.hk::dff67b3a-6906-4e5b-a9b4-5f6ac34e2ac2" providerId="AD" clId="Web-{27DB1B98-9F18-709A-5474-4DBCEB6D72BD}" dt="2025-04-10T17:30:22.753" v="144"/>
          <ac:cxnSpMkLst>
            <pc:docMk/>
            <pc:sldMk cId="2085619321" sldId="294"/>
            <ac:cxnSpMk id="13" creationId="{36CF827D-A163-47F7-BD87-34EB4FA7D696}"/>
          </ac:cxnSpMkLst>
        </pc:cxnChg>
        <pc:cxnChg chg="add del">
          <ac:chgData name="HO Ming Pak" userId="S::24021745a@common.cpce-polyu.edu.hk::dff67b3a-6906-4e5b-a9b4-5f6ac34e2ac2" providerId="AD" clId="Web-{27DB1B98-9F18-709A-5474-4DBCEB6D72BD}" dt="2025-04-10T17:30:22.753" v="144"/>
          <ac:cxnSpMkLst>
            <pc:docMk/>
            <pc:sldMk cId="2085619321" sldId="294"/>
            <ac:cxnSpMk id="15" creationId="{D299D9A9-1DA8-433D-A9BC-FB48D93D4217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7:30:22.753" v="144"/>
          <ac:cxnSpMkLst>
            <pc:docMk/>
            <pc:sldMk cId="2085619321" sldId="294"/>
            <ac:cxnSpMk id="24" creationId="{36CF827D-A163-47F7-BD87-34EB4FA7D696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7:30:22.753" v="144"/>
          <ac:cxnSpMkLst>
            <pc:docMk/>
            <pc:sldMk cId="2085619321" sldId="294"/>
            <ac:cxnSpMk id="26" creationId="{D299D9A9-1DA8-433D-A9BC-FB48D93D4217}"/>
          </ac:cxnSpMkLst>
        </pc:cxnChg>
      </pc:sldChg>
      <pc:sldChg chg="addSp delSp modSp new mod setBg">
        <pc:chgData name="HO Ming Pak" userId="S::24021745a@common.cpce-polyu.edu.hk::dff67b3a-6906-4e5b-a9b4-5f6ac34e2ac2" providerId="AD" clId="Web-{27DB1B98-9F18-709A-5474-4DBCEB6D72BD}" dt="2025-04-10T17:28:14.262" v="139" actId="20577"/>
        <pc:sldMkLst>
          <pc:docMk/>
          <pc:sldMk cId="531071069" sldId="300"/>
        </pc:sldMkLst>
        <pc:spChg chg="mod">
          <ac:chgData name="HO Ming Pak" userId="S::24021745a@common.cpce-polyu.edu.hk::dff67b3a-6906-4e5b-a9b4-5f6ac34e2ac2" providerId="AD" clId="Web-{27DB1B98-9F18-709A-5474-4DBCEB6D72BD}" dt="2025-04-10T17:14:32.033" v="123" actId="20577"/>
          <ac:spMkLst>
            <pc:docMk/>
            <pc:sldMk cId="531071069" sldId="300"/>
            <ac:spMk id="2" creationId="{09103D1B-8978-C4C2-C154-6AE27311BD37}"/>
          </ac:spMkLst>
        </pc:spChg>
        <pc:spChg chg="del">
          <ac:chgData name="HO Ming Pak" userId="S::24021745a@common.cpce-polyu.edu.hk::dff67b3a-6906-4e5b-a9b4-5f6ac34e2ac2" providerId="AD" clId="Web-{27DB1B98-9F18-709A-5474-4DBCEB6D72BD}" dt="2025-04-10T17:14:18.595" v="118"/>
          <ac:spMkLst>
            <pc:docMk/>
            <pc:sldMk cId="531071069" sldId="300"/>
            <ac:spMk id="3" creationId="{2DFB02A3-9936-FFF0-AE92-5334A1D52DAF}"/>
          </ac:spMkLst>
        </pc:spChg>
        <pc:spChg chg="add mod">
          <ac:chgData name="HO Ming Pak" userId="S::24021745a@common.cpce-polyu.edu.hk::dff67b3a-6906-4e5b-a9b4-5f6ac34e2ac2" providerId="AD" clId="Web-{27DB1B98-9F18-709A-5474-4DBCEB6D72BD}" dt="2025-04-10T17:28:14.262" v="139" actId="20577"/>
          <ac:spMkLst>
            <pc:docMk/>
            <pc:sldMk cId="531071069" sldId="300"/>
            <ac:spMk id="8" creationId="{006096C8-4721-3496-0496-0B402B6DEB0A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7:14:28.392" v="120"/>
          <ac:spMkLst>
            <pc:docMk/>
            <pc:sldMk cId="531071069" sldId="300"/>
            <ac:spMk id="11" creationId="{35C3D674-3D59-4E93-80CA-0C0A9095E816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7:14:28.392" v="120"/>
          <ac:spMkLst>
            <pc:docMk/>
            <pc:sldMk cId="531071069" sldId="300"/>
            <ac:spMk id="15" creationId="{EF2A81E1-BCBE-426B-8C09-33274E69409D}"/>
          </ac:spMkLst>
        </pc:spChg>
        <pc:picChg chg="add mod ord">
          <ac:chgData name="HO Ming Pak" userId="S::24021745a@common.cpce-polyu.edu.hk::dff67b3a-6906-4e5b-a9b4-5f6ac34e2ac2" providerId="AD" clId="Web-{27DB1B98-9F18-709A-5474-4DBCEB6D72BD}" dt="2025-04-10T17:14:28.392" v="120"/>
          <ac:picMkLst>
            <pc:docMk/>
            <pc:sldMk cId="531071069" sldId="300"/>
            <ac:picMk id="4" creationId="{7EDEBE3C-606C-F2BB-F43D-393E27278B21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7:14:28.392" v="120"/>
          <ac:picMkLst>
            <pc:docMk/>
            <pc:sldMk cId="531071069" sldId="300"/>
            <ac:picMk id="17" creationId="{39D1DDD4-5BB3-45BA-B9B3-06B62299AD79}"/>
          </ac:picMkLst>
        </pc:picChg>
        <pc:cxnChg chg="add">
          <ac:chgData name="HO Ming Pak" userId="S::24021745a@common.cpce-polyu.edu.hk::dff67b3a-6906-4e5b-a9b4-5f6ac34e2ac2" providerId="AD" clId="Web-{27DB1B98-9F18-709A-5474-4DBCEB6D72BD}" dt="2025-04-10T17:14:28.392" v="120"/>
          <ac:cxnSpMkLst>
            <pc:docMk/>
            <pc:sldMk cId="531071069" sldId="300"/>
            <ac:cxnSpMk id="13" creationId="{C884B8F8-FDC9-498B-9960-5D7260AFCB03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7:14:28.392" v="120"/>
          <ac:cxnSpMkLst>
            <pc:docMk/>
            <pc:sldMk cId="531071069" sldId="300"/>
            <ac:cxnSpMk id="19" creationId="{A24DAE64-2302-42EA-8239-F2F0775CA5AD}"/>
          </ac:cxnSpMkLst>
        </pc:cxnChg>
      </pc:sldChg>
      <pc:sldChg chg="addSp delSp modSp new mod setBg">
        <pc:chgData name="HO Ming Pak" userId="S::24021745a@common.cpce-polyu.edu.hk::dff67b3a-6906-4e5b-a9b4-5f6ac34e2ac2" providerId="AD" clId="Web-{27DB1B98-9F18-709A-5474-4DBCEB6D72BD}" dt="2025-04-10T17:44:42.621" v="156" actId="20577"/>
        <pc:sldMkLst>
          <pc:docMk/>
          <pc:sldMk cId="3616001837" sldId="301"/>
        </pc:sldMkLst>
        <pc:spChg chg="mod">
          <ac:chgData name="HO Ming Pak" userId="S::24021745a@common.cpce-polyu.edu.hk::dff67b3a-6906-4e5b-a9b4-5f6ac34e2ac2" providerId="AD" clId="Web-{27DB1B98-9F18-709A-5474-4DBCEB6D72BD}" dt="2025-04-10T17:31:03.505" v="152"/>
          <ac:spMkLst>
            <pc:docMk/>
            <pc:sldMk cId="3616001837" sldId="301"/>
            <ac:spMk id="2" creationId="{BB22D898-2E1E-E291-3903-B2BF01B6FAC4}"/>
          </ac:spMkLst>
        </pc:spChg>
        <pc:spChg chg="del">
          <ac:chgData name="HO Ming Pak" userId="S::24021745a@common.cpce-polyu.edu.hk::dff67b3a-6906-4e5b-a9b4-5f6ac34e2ac2" providerId="AD" clId="Web-{27DB1B98-9F18-709A-5474-4DBCEB6D72BD}" dt="2025-04-10T17:14:04.329" v="116"/>
          <ac:spMkLst>
            <pc:docMk/>
            <pc:sldMk cId="3616001837" sldId="301"/>
            <ac:spMk id="3" creationId="{CE39DB94-F91E-1DE3-6AB7-F3532768DADB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0:46.707" v="147"/>
          <ac:spMkLst>
            <pc:docMk/>
            <pc:sldMk cId="3616001837" sldId="301"/>
            <ac:spMk id="8" creationId="{9126C08C-79C0-68AB-2605-C136FEB65955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0:50.426" v="149"/>
          <ac:spMkLst>
            <pc:docMk/>
            <pc:sldMk cId="3616001837" sldId="301"/>
            <ac:spMk id="11" creationId="{35C3D674-3D59-4E93-80CA-0C0A9095E816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0:50.426" v="149"/>
          <ac:spMkLst>
            <pc:docMk/>
            <pc:sldMk cId="3616001837" sldId="301"/>
            <ac:spMk id="15" creationId="{EF2A81E1-BCBE-426B-8C09-33274E69409D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1:03.505" v="152"/>
          <ac:spMkLst>
            <pc:docMk/>
            <pc:sldMk cId="3616001837" sldId="301"/>
            <ac:spMk id="24" creationId="{0CABCAE3-64FC-4149-819F-2C1812824154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1:03.505" v="152"/>
          <ac:spMkLst>
            <pc:docMk/>
            <pc:sldMk cId="3616001837" sldId="301"/>
            <ac:spMk id="32" creationId="{D0712110-0BC1-4B31-B3BB-63B44222E87F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1:03.505" v="152"/>
          <ac:spMkLst>
            <pc:docMk/>
            <pc:sldMk cId="3616001837" sldId="301"/>
            <ac:spMk id="34" creationId="{4466B5F3-C053-4580-B04A-1EF949888280}"/>
          </ac:spMkLst>
        </pc:spChg>
        <pc:spChg chg="add mod">
          <ac:chgData name="HO Ming Pak" userId="S::24021745a@common.cpce-polyu.edu.hk::dff67b3a-6906-4e5b-a9b4-5f6ac34e2ac2" providerId="AD" clId="Web-{27DB1B98-9F18-709A-5474-4DBCEB6D72BD}" dt="2025-04-10T17:44:42.621" v="156" actId="20577"/>
          <ac:spMkLst>
            <pc:docMk/>
            <pc:sldMk cId="3616001837" sldId="301"/>
            <ac:spMk id="44" creationId="{0187741E-B9FF-E76C-07F8-67FE487A6D4C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1:03.489" v="151"/>
          <ac:spMkLst>
            <pc:docMk/>
            <pc:sldMk cId="3616001837" sldId="301"/>
            <ac:spMk id="45" creationId="{0CABCAE3-64FC-4149-819F-2C1812824154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1:03.489" v="151"/>
          <ac:spMkLst>
            <pc:docMk/>
            <pc:sldMk cId="3616001837" sldId="301"/>
            <ac:spMk id="53" creationId="{D0712110-0BC1-4B31-B3BB-63B44222E87F}"/>
          </ac:spMkLst>
        </pc:spChg>
        <pc:spChg chg="add del">
          <ac:chgData name="HO Ming Pak" userId="S::24021745a@common.cpce-polyu.edu.hk::dff67b3a-6906-4e5b-a9b4-5f6ac34e2ac2" providerId="AD" clId="Web-{27DB1B98-9F18-709A-5474-4DBCEB6D72BD}" dt="2025-04-10T17:31:03.489" v="151"/>
          <ac:spMkLst>
            <pc:docMk/>
            <pc:sldMk cId="3616001837" sldId="301"/>
            <ac:spMk id="55" creationId="{4466B5F3-C053-4580-B04A-1EF949888280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7:31:03.505" v="152"/>
          <ac:spMkLst>
            <pc:docMk/>
            <pc:sldMk cId="3616001837" sldId="301"/>
            <ac:spMk id="63" creationId="{35C3D674-3D59-4E93-80CA-0C0A9095E816}"/>
          </ac:spMkLst>
        </pc:spChg>
        <pc:spChg chg="add">
          <ac:chgData name="HO Ming Pak" userId="S::24021745a@common.cpce-polyu.edu.hk::dff67b3a-6906-4e5b-a9b4-5f6ac34e2ac2" providerId="AD" clId="Web-{27DB1B98-9F18-709A-5474-4DBCEB6D72BD}" dt="2025-04-10T17:31:03.505" v="152"/>
          <ac:spMkLst>
            <pc:docMk/>
            <pc:sldMk cId="3616001837" sldId="301"/>
            <ac:spMk id="65" creationId="{EF2A81E1-BCBE-426B-8C09-33274E69409D}"/>
          </ac:spMkLst>
        </pc:spChg>
        <pc:picChg chg="add del mod ord">
          <ac:chgData name="HO Ming Pak" userId="S::24021745a@common.cpce-polyu.edu.hk::dff67b3a-6906-4e5b-a9b4-5f6ac34e2ac2" providerId="AD" clId="Web-{27DB1B98-9F18-709A-5474-4DBCEB6D72BD}" dt="2025-04-10T17:30:45.754" v="146"/>
          <ac:picMkLst>
            <pc:docMk/>
            <pc:sldMk cId="3616001837" sldId="301"/>
            <ac:picMk id="4" creationId="{60322894-3D38-B853-5DC5-77BE22DA38FA}"/>
          </ac:picMkLst>
        </pc:picChg>
        <pc:picChg chg="add mod ord">
          <ac:chgData name="HO Ming Pak" userId="S::24021745a@common.cpce-polyu.edu.hk::dff67b3a-6906-4e5b-a9b4-5f6ac34e2ac2" providerId="AD" clId="Web-{27DB1B98-9F18-709A-5474-4DBCEB6D72BD}" dt="2025-04-10T17:31:03.505" v="152"/>
          <ac:picMkLst>
            <pc:docMk/>
            <pc:sldMk cId="3616001837" sldId="301"/>
            <ac:picMk id="5" creationId="{BE244569-B1C2-F43C-51F9-2489C16AB90A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7:30:50.426" v="149"/>
          <ac:picMkLst>
            <pc:docMk/>
            <pc:sldMk cId="3616001837" sldId="301"/>
            <ac:picMk id="17" creationId="{39D1DDD4-5BB3-45BA-B9B3-06B62299AD79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7:31:03.505" v="152"/>
          <ac:picMkLst>
            <pc:docMk/>
            <pc:sldMk cId="3616001837" sldId="301"/>
            <ac:picMk id="26" creationId="{012FDCFE-9AD2-4D8A-8CBF-B3AA37EBF6DD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7:31:03.489" v="151"/>
          <ac:picMkLst>
            <pc:docMk/>
            <pc:sldMk cId="3616001837" sldId="301"/>
            <ac:picMk id="38" creationId="{25CED634-E2D0-4AB7-96DD-816C9B52C5CF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7:31:03.489" v="151"/>
          <ac:picMkLst>
            <pc:docMk/>
            <pc:sldMk cId="3616001837" sldId="301"/>
            <ac:picMk id="47" creationId="{012FDCFE-9AD2-4D8A-8CBF-B3AA37EBF6DD}"/>
          </ac:picMkLst>
        </pc:picChg>
        <pc:picChg chg="add del">
          <ac:chgData name="HO Ming Pak" userId="S::24021745a@common.cpce-polyu.edu.hk::dff67b3a-6906-4e5b-a9b4-5f6ac34e2ac2" providerId="AD" clId="Web-{27DB1B98-9F18-709A-5474-4DBCEB6D72BD}" dt="2025-04-10T17:31:03.489" v="151"/>
          <ac:picMkLst>
            <pc:docMk/>
            <pc:sldMk cId="3616001837" sldId="301"/>
            <ac:picMk id="59" creationId="{25CED634-E2D0-4AB7-96DD-816C9B52C5CF}"/>
          </ac:picMkLst>
        </pc:picChg>
        <pc:picChg chg="add">
          <ac:chgData name="HO Ming Pak" userId="S::24021745a@common.cpce-polyu.edu.hk::dff67b3a-6906-4e5b-a9b4-5f6ac34e2ac2" providerId="AD" clId="Web-{27DB1B98-9F18-709A-5474-4DBCEB6D72BD}" dt="2025-04-10T17:31:03.505" v="152"/>
          <ac:picMkLst>
            <pc:docMk/>
            <pc:sldMk cId="3616001837" sldId="301"/>
            <ac:picMk id="66" creationId="{39D1DDD4-5BB3-45BA-B9B3-06B62299AD79}"/>
          </ac:picMkLst>
        </pc:picChg>
        <pc:cxnChg chg="add">
          <ac:chgData name="HO Ming Pak" userId="S::24021745a@common.cpce-polyu.edu.hk::dff67b3a-6906-4e5b-a9b4-5f6ac34e2ac2" providerId="AD" clId="Web-{27DB1B98-9F18-709A-5474-4DBCEB6D72BD}" dt="2025-04-10T17:14:42.331" v="127"/>
          <ac:cxnSpMkLst>
            <pc:docMk/>
            <pc:sldMk cId="3616001837" sldId="301"/>
            <ac:cxnSpMk id="13" creationId="{C884B8F8-FDC9-498B-9960-5D7260AFCB03}"/>
          </ac:cxnSpMkLst>
        </pc:cxnChg>
        <pc:cxnChg chg="add">
          <ac:chgData name="HO Ming Pak" userId="S::24021745a@common.cpce-polyu.edu.hk::dff67b3a-6906-4e5b-a9b4-5f6ac34e2ac2" providerId="AD" clId="Web-{27DB1B98-9F18-709A-5474-4DBCEB6D72BD}" dt="2025-04-10T17:14:42.331" v="127"/>
          <ac:cxnSpMkLst>
            <pc:docMk/>
            <pc:sldMk cId="3616001837" sldId="301"/>
            <ac:cxnSpMk id="19" creationId="{A24DAE64-2302-42EA-8239-F2F0775CA5AD}"/>
          </ac:cxnSpMkLst>
        </pc:cxnChg>
      </pc:sldChg>
    </pc:docChg>
  </pc:docChgLst>
  <pc:docChgLst>
    <pc:chgData name="HO Ming Pak" userId="S::24021745a@common.cpce-polyu.edu.hk::dff67b3a-6906-4e5b-a9b4-5f6ac34e2ac2" providerId="AD" clId="Web-{8AE990EC-83AD-ED4F-EFF4-C4CF641DAC3E}"/>
    <pc:docChg chg="modSld">
      <pc:chgData name="HO Ming Pak" userId="S::24021745a@common.cpce-polyu.edu.hk::dff67b3a-6906-4e5b-a9b4-5f6ac34e2ac2" providerId="AD" clId="Web-{8AE990EC-83AD-ED4F-EFF4-C4CF641DAC3E}" dt="2025-04-11T07:05:54.378" v="4" actId="20577"/>
      <pc:docMkLst>
        <pc:docMk/>
      </pc:docMkLst>
      <pc:sldChg chg="addSp modSp">
        <pc:chgData name="HO Ming Pak" userId="S::24021745a@common.cpce-polyu.edu.hk::dff67b3a-6906-4e5b-a9b4-5f6ac34e2ac2" providerId="AD" clId="Web-{8AE990EC-83AD-ED4F-EFF4-C4CF641DAC3E}" dt="2025-04-11T06:27:32.365" v="1" actId="1076"/>
        <pc:sldMkLst>
          <pc:docMk/>
          <pc:sldMk cId="3609148977" sldId="286"/>
        </pc:sldMkLst>
        <pc:picChg chg="add mod">
          <ac:chgData name="HO Ming Pak" userId="S::24021745a@common.cpce-polyu.edu.hk::dff67b3a-6906-4e5b-a9b4-5f6ac34e2ac2" providerId="AD" clId="Web-{8AE990EC-83AD-ED4F-EFF4-C4CF641DAC3E}" dt="2025-04-11T06:27:32.365" v="1" actId="1076"/>
          <ac:picMkLst>
            <pc:docMk/>
            <pc:sldMk cId="3609148977" sldId="286"/>
            <ac:picMk id="3" creationId="{C8B0C482-D527-20C7-9D24-CA7B21D733CF}"/>
          </ac:picMkLst>
        </pc:picChg>
      </pc:sldChg>
      <pc:sldChg chg="modSp">
        <pc:chgData name="HO Ming Pak" userId="S::24021745a@common.cpce-polyu.edu.hk::dff67b3a-6906-4e5b-a9b4-5f6ac34e2ac2" providerId="AD" clId="Web-{8AE990EC-83AD-ED4F-EFF4-C4CF641DAC3E}" dt="2025-04-11T07:05:54.378" v="4" actId="20577"/>
        <pc:sldMkLst>
          <pc:docMk/>
          <pc:sldMk cId="2713490509" sldId="287"/>
        </pc:sldMkLst>
        <pc:spChg chg="mod">
          <ac:chgData name="HO Ming Pak" userId="S::24021745a@common.cpce-polyu.edu.hk::dff67b3a-6906-4e5b-a9b4-5f6ac34e2ac2" providerId="AD" clId="Web-{8AE990EC-83AD-ED4F-EFF4-C4CF641DAC3E}" dt="2025-04-11T07:05:54.378" v="4" actId="20577"/>
          <ac:spMkLst>
            <pc:docMk/>
            <pc:sldMk cId="2713490509" sldId="287"/>
            <ac:spMk id="3" creationId="{23C0889C-F668-8006-6292-4E8695EEC398}"/>
          </ac:spMkLst>
        </pc:spChg>
      </pc:sldChg>
    </pc:docChg>
  </pc:docChgLst>
  <pc:docChgLst>
    <pc:chgData name="LIU Sheung Fung Billy" userId="e7f2a3d9-46d5-4e31-92ac-510f9f579a16" providerId="ADAL" clId="{EBB75CBB-6447-410C-BFC9-835B6FB82F51}"/>
    <pc:docChg chg="undo custSel addSld delSld modSld">
      <pc:chgData name="LIU Sheung Fung Billy" userId="e7f2a3d9-46d5-4e31-92ac-510f9f579a16" providerId="ADAL" clId="{EBB75CBB-6447-410C-BFC9-835B6FB82F51}" dt="2025-04-10T18:52:39.375" v="166" actId="2696"/>
      <pc:docMkLst>
        <pc:docMk/>
      </pc:docMkLst>
      <pc:sldChg chg="modSp mod">
        <pc:chgData name="LIU Sheung Fung Billy" userId="e7f2a3d9-46d5-4e31-92ac-510f9f579a16" providerId="ADAL" clId="{EBB75CBB-6447-410C-BFC9-835B6FB82F51}" dt="2025-04-09T17:35:45.498" v="1" actId="20577"/>
        <pc:sldMkLst>
          <pc:docMk/>
          <pc:sldMk cId="2949589094" sldId="256"/>
        </pc:sldMkLst>
        <pc:spChg chg="mod">
          <ac:chgData name="LIU Sheung Fung Billy" userId="e7f2a3d9-46d5-4e31-92ac-510f9f579a16" providerId="ADAL" clId="{EBB75CBB-6447-410C-BFC9-835B6FB82F51}" dt="2025-04-09T17:35:45.498" v="1" actId="20577"/>
          <ac:spMkLst>
            <pc:docMk/>
            <pc:sldMk cId="2949589094" sldId="256"/>
            <ac:spMk id="3" creationId="{502CCF12-581F-E69B-954E-E8329A3CF902}"/>
          </ac:spMkLst>
        </pc:spChg>
      </pc:sldChg>
      <pc:sldChg chg="modSp mod">
        <pc:chgData name="LIU Sheung Fung Billy" userId="e7f2a3d9-46d5-4e31-92ac-510f9f579a16" providerId="ADAL" clId="{EBB75CBB-6447-410C-BFC9-835B6FB82F51}" dt="2025-04-09T17:36:19.026" v="2" actId="313"/>
        <pc:sldMkLst>
          <pc:docMk/>
          <pc:sldMk cId="1074104925" sldId="258"/>
        </pc:sldMkLst>
        <pc:spChg chg="mod">
          <ac:chgData name="LIU Sheung Fung Billy" userId="e7f2a3d9-46d5-4e31-92ac-510f9f579a16" providerId="ADAL" clId="{EBB75CBB-6447-410C-BFC9-835B6FB82F51}" dt="2025-04-09T17:36:19.026" v="2" actId="313"/>
          <ac:spMkLst>
            <pc:docMk/>
            <pc:sldMk cId="1074104925" sldId="258"/>
            <ac:spMk id="3" creationId="{CD57C89F-AFE3-29CB-9268-60205723CD2A}"/>
          </ac:spMkLst>
        </pc:spChg>
      </pc:sldChg>
      <pc:sldChg chg="modSp mod">
        <pc:chgData name="LIU Sheung Fung Billy" userId="e7f2a3d9-46d5-4e31-92ac-510f9f579a16" providerId="ADAL" clId="{EBB75CBB-6447-410C-BFC9-835B6FB82F51}" dt="2025-04-10T17:40:44.193" v="28" actId="20577"/>
        <pc:sldMkLst>
          <pc:docMk/>
          <pc:sldMk cId="3131616788" sldId="277"/>
        </pc:sldMkLst>
        <pc:spChg chg="mod">
          <ac:chgData name="LIU Sheung Fung Billy" userId="e7f2a3d9-46d5-4e31-92ac-510f9f579a16" providerId="ADAL" clId="{EBB75CBB-6447-410C-BFC9-835B6FB82F51}" dt="2025-04-10T17:40:44.193" v="28" actId="20577"/>
          <ac:spMkLst>
            <pc:docMk/>
            <pc:sldMk cId="3131616788" sldId="277"/>
            <ac:spMk id="2" creationId="{14FB9D66-E311-FDDF-EBB4-D14698E56D53}"/>
          </ac:spMkLst>
        </pc:spChg>
        <pc:spChg chg="mod">
          <ac:chgData name="LIU Sheung Fung Billy" userId="e7f2a3d9-46d5-4e31-92ac-510f9f579a16" providerId="ADAL" clId="{EBB75CBB-6447-410C-BFC9-835B6FB82F51}" dt="2025-04-10T17:39:17.512" v="13" actId="20577"/>
          <ac:spMkLst>
            <pc:docMk/>
            <pc:sldMk cId="3131616788" sldId="277"/>
            <ac:spMk id="5" creationId="{789A11F4-AC67-78B1-666C-9E661290D68B}"/>
          </ac:spMkLst>
        </pc:spChg>
      </pc:sldChg>
      <pc:sldChg chg="modSp mod">
        <pc:chgData name="LIU Sheung Fung Billy" userId="e7f2a3d9-46d5-4e31-92ac-510f9f579a16" providerId="ADAL" clId="{EBB75CBB-6447-410C-BFC9-835B6FB82F51}" dt="2025-04-10T17:40:35.604" v="22" actId="20577"/>
        <pc:sldMkLst>
          <pc:docMk/>
          <pc:sldMk cId="1683989293" sldId="280"/>
        </pc:sldMkLst>
        <pc:spChg chg="mod">
          <ac:chgData name="LIU Sheung Fung Billy" userId="e7f2a3d9-46d5-4e31-92ac-510f9f579a16" providerId="ADAL" clId="{EBB75CBB-6447-410C-BFC9-835B6FB82F51}" dt="2025-04-10T17:40:35.604" v="22" actId="20577"/>
          <ac:spMkLst>
            <pc:docMk/>
            <pc:sldMk cId="1683989293" sldId="280"/>
            <ac:spMk id="2" creationId="{EED233C2-6B68-5419-A532-7CF74773CCB0}"/>
          </ac:spMkLst>
        </pc:spChg>
      </pc:sldChg>
      <pc:sldChg chg="modSp mod">
        <pc:chgData name="LIU Sheung Fung Billy" userId="e7f2a3d9-46d5-4e31-92ac-510f9f579a16" providerId="ADAL" clId="{EBB75CBB-6447-410C-BFC9-835B6FB82F51}" dt="2025-04-10T17:40:38.737" v="24" actId="20577"/>
        <pc:sldMkLst>
          <pc:docMk/>
          <pc:sldMk cId="3986882889" sldId="281"/>
        </pc:sldMkLst>
        <pc:spChg chg="mod">
          <ac:chgData name="LIU Sheung Fung Billy" userId="e7f2a3d9-46d5-4e31-92ac-510f9f579a16" providerId="ADAL" clId="{EBB75CBB-6447-410C-BFC9-835B6FB82F51}" dt="2025-04-10T17:40:38.737" v="24" actId="20577"/>
          <ac:spMkLst>
            <pc:docMk/>
            <pc:sldMk cId="3986882889" sldId="281"/>
            <ac:spMk id="2" creationId="{98DD2853-B06F-8B61-3884-F48CBCC4DFB1}"/>
          </ac:spMkLst>
        </pc:spChg>
      </pc:sldChg>
      <pc:sldChg chg="modSp mod">
        <pc:chgData name="LIU Sheung Fung Billy" userId="e7f2a3d9-46d5-4e31-92ac-510f9f579a16" providerId="ADAL" clId="{EBB75CBB-6447-410C-BFC9-835B6FB82F51}" dt="2025-04-10T17:40:41.697" v="26" actId="20577"/>
        <pc:sldMkLst>
          <pc:docMk/>
          <pc:sldMk cId="795140429" sldId="295"/>
        </pc:sldMkLst>
        <pc:spChg chg="mod">
          <ac:chgData name="LIU Sheung Fung Billy" userId="e7f2a3d9-46d5-4e31-92ac-510f9f579a16" providerId="ADAL" clId="{EBB75CBB-6447-410C-BFC9-835B6FB82F51}" dt="2025-04-10T17:40:41.697" v="26" actId="20577"/>
          <ac:spMkLst>
            <pc:docMk/>
            <pc:sldMk cId="795140429" sldId="295"/>
            <ac:spMk id="2" creationId="{AB6A0872-8126-8BD3-24E9-8864B02A4B9F}"/>
          </ac:spMkLst>
        </pc:spChg>
      </pc:sldChg>
      <pc:sldChg chg="addSp modSp mod">
        <pc:chgData name="LIU Sheung Fung Billy" userId="e7f2a3d9-46d5-4e31-92ac-510f9f579a16" providerId="ADAL" clId="{EBB75CBB-6447-410C-BFC9-835B6FB82F51}" dt="2025-04-10T18:51:17.543" v="165" actId="1076"/>
        <pc:sldMkLst>
          <pc:docMk/>
          <pc:sldMk cId="3490295512" sldId="296"/>
        </pc:sldMkLst>
        <pc:spChg chg="mod">
          <ac:chgData name="LIU Sheung Fung Billy" userId="e7f2a3d9-46d5-4e31-92ac-510f9f579a16" providerId="ADAL" clId="{EBB75CBB-6447-410C-BFC9-835B6FB82F51}" dt="2025-04-10T17:40:46.882" v="30" actId="20577"/>
          <ac:spMkLst>
            <pc:docMk/>
            <pc:sldMk cId="3490295512" sldId="296"/>
            <ac:spMk id="2" creationId="{1E942B1F-1243-D399-6E13-3749AA86FFC6}"/>
          </ac:spMkLst>
        </pc:spChg>
        <pc:picChg chg="add mod">
          <ac:chgData name="LIU Sheung Fung Billy" userId="e7f2a3d9-46d5-4e31-92ac-510f9f579a16" providerId="ADAL" clId="{EBB75CBB-6447-410C-BFC9-835B6FB82F51}" dt="2025-04-10T18:51:17.543" v="165" actId="1076"/>
          <ac:picMkLst>
            <pc:docMk/>
            <pc:sldMk cId="3490295512" sldId="296"/>
            <ac:picMk id="11" creationId="{5FE55A25-F32C-1EC2-7C41-CB866908524E}"/>
          </ac:picMkLst>
        </pc:picChg>
      </pc:sldChg>
      <pc:sldChg chg="modSp mod">
        <pc:chgData name="LIU Sheung Fung Billy" userId="e7f2a3d9-46d5-4e31-92ac-510f9f579a16" providerId="ADAL" clId="{EBB75CBB-6447-410C-BFC9-835B6FB82F51}" dt="2025-04-10T17:40:49.463" v="33" actId="20577"/>
        <pc:sldMkLst>
          <pc:docMk/>
          <pc:sldMk cId="1636604630" sldId="297"/>
        </pc:sldMkLst>
        <pc:spChg chg="mod">
          <ac:chgData name="LIU Sheung Fung Billy" userId="e7f2a3d9-46d5-4e31-92ac-510f9f579a16" providerId="ADAL" clId="{EBB75CBB-6447-410C-BFC9-835B6FB82F51}" dt="2025-04-10T17:40:49.463" v="33" actId="20577"/>
          <ac:spMkLst>
            <pc:docMk/>
            <pc:sldMk cId="1636604630" sldId="297"/>
            <ac:spMk id="2" creationId="{0CAAFA0B-E1AD-FB0A-2C78-2B472035F0FF}"/>
          </ac:spMkLst>
        </pc:spChg>
      </pc:sldChg>
      <pc:sldChg chg="modSp mod">
        <pc:chgData name="LIU Sheung Fung Billy" userId="e7f2a3d9-46d5-4e31-92ac-510f9f579a16" providerId="ADAL" clId="{EBB75CBB-6447-410C-BFC9-835B6FB82F51}" dt="2025-04-10T17:41:02.909" v="35" actId="20577"/>
        <pc:sldMkLst>
          <pc:docMk/>
          <pc:sldMk cId="1333446879" sldId="298"/>
        </pc:sldMkLst>
        <pc:spChg chg="mod">
          <ac:chgData name="LIU Sheung Fung Billy" userId="e7f2a3d9-46d5-4e31-92ac-510f9f579a16" providerId="ADAL" clId="{EBB75CBB-6447-410C-BFC9-835B6FB82F51}" dt="2025-04-10T17:41:02.909" v="35" actId="20577"/>
          <ac:spMkLst>
            <pc:docMk/>
            <pc:sldMk cId="1333446879" sldId="298"/>
            <ac:spMk id="2" creationId="{AE4FF52A-C56A-D606-3B27-6A5D2E788E89}"/>
          </ac:spMkLst>
        </pc:spChg>
      </pc:sldChg>
      <pc:sldChg chg="modSp mod">
        <pc:chgData name="LIU Sheung Fung Billy" userId="e7f2a3d9-46d5-4e31-92ac-510f9f579a16" providerId="ADAL" clId="{EBB75CBB-6447-410C-BFC9-835B6FB82F51}" dt="2025-04-10T17:41:08.556" v="37" actId="20577"/>
        <pc:sldMkLst>
          <pc:docMk/>
          <pc:sldMk cId="3057906716" sldId="299"/>
        </pc:sldMkLst>
        <pc:spChg chg="mod">
          <ac:chgData name="LIU Sheung Fung Billy" userId="e7f2a3d9-46d5-4e31-92ac-510f9f579a16" providerId="ADAL" clId="{EBB75CBB-6447-410C-BFC9-835B6FB82F51}" dt="2025-04-10T17:41:08.556" v="37" actId="20577"/>
          <ac:spMkLst>
            <pc:docMk/>
            <pc:sldMk cId="3057906716" sldId="299"/>
            <ac:spMk id="2" creationId="{FFBF11F7-5219-746B-02B5-E17141C431A0}"/>
          </ac:spMkLst>
        </pc:spChg>
      </pc:sldChg>
      <pc:sldChg chg="del">
        <pc:chgData name="LIU Sheung Fung Billy" userId="e7f2a3d9-46d5-4e31-92ac-510f9f579a16" providerId="ADAL" clId="{EBB75CBB-6447-410C-BFC9-835B6FB82F51}" dt="2025-04-10T18:52:39.375" v="166" actId="2696"/>
        <pc:sldMkLst>
          <pc:docMk/>
          <pc:sldMk cId="2960466811" sldId="302"/>
        </pc:sldMkLst>
      </pc:sldChg>
      <pc:sldChg chg="new del">
        <pc:chgData name="LIU Sheung Fung Billy" userId="e7f2a3d9-46d5-4e31-92ac-510f9f579a16" providerId="ADAL" clId="{EBB75CBB-6447-410C-BFC9-835B6FB82F51}" dt="2025-04-10T17:40:10.212" v="16" actId="47"/>
        <pc:sldMkLst>
          <pc:docMk/>
          <pc:sldMk cId="3817672780" sldId="303"/>
        </pc:sldMkLst>
      </pc:sldChg>
      <pc:sldChg chg="addSp delSp modSp add mod">
        <pc:chgData name="LIU Sheung Fung Billy" userId="e7f2a3d9-46d5-4e31-92ac-510f9f579a16" providerId="ADAL" clId="{EBB75CBB-6447-410C-BFC9-835B6FB82F51}" dt="2025-04-10T18:11:25.454" v="161" actId="1076"/>
        <pc:sldMkLst>
          <pc:docMk/>
          <pc:sldMk cId="37511955" sldId="304"/>
        </pc:sldMkLst>
        <pc:spChg chg="mod">
          <ac:chgData name="LIU Sheung Fung Billy" userId="e7f2a3d9-46d5-4e31-92ac-510f9f579a16" providerId="ADAL" clId="{EBB75CBB-6447-410C-BFC9-835B6FB82F51}" dt="2025-04-10T17:40:30.691" v="20" actId="20577"/>
          <ac:spMkLst>
            <pc:docMk/>
            <pc:sldMk cId="37511955" sldId="304"/>
            <ac:spMk id="2" creationId="{723C292F-E35F-AF59-B2F6-501F631026B8}"/>
          </ac:spMkLst>
        </pc:spChg>
        <pc:spChg chg="mod">
          <ac:chgData name="LIU Sheung Fung Billy" userId="e7f2a3d9-46d5-4e31-92ac-510f9f579a16" providerId="ADAL" clId="{EBB75CBB-6447-410C-BFC9-835B6FB82F51}" dt="2025-04-10T18:10:32.425" v="160" actId="20577"/>
          <ac:spMkLst>
            <pc:docMk/>
            <pc:sldMk cId="37511955" sldId="304"/>
            <ac:spMk id="4" creationId="{51535AD4-9356-4267-B6ED-FB6AD3BD4A5C}"/>
          </ac:spMkLst>
        </pc:spChg>
        <pc:spChg chg="mod">
          <ac:chgData name="LIU Sheung Fung Billy" userId="e7f2a3d9-46d5-4e31-92ac-510f9f579a16" providerId="ADAL" clId="{EBB75CBB-6447-410C-BFC9-835B6FB82F51}" dt="2025-04-10T17:40:28.432" v="18" actId="14100"/>
          <ac:spMkLst>
            <pc:docMk/>
            <pc:sldMk cId="37511955" sldId="304"/>
            <ac:spMk id="5" creationId="{78428F4E-3993-3207-A743-AE2EFB426C0D}"/>
          </ac:spMkLst>
        </pc:spChg>
        <pc:spChg chg="mod">
          <ac:chgData name="LIU Sheung Fung Billy" userId="e7f2a3d9-46d5-4e31-92ac-510f9f579a16" providerId="ADAL" clId="{EBB75CBB-6447-410C-BFC9-835B6FB82F51}" dt="2025-04-10T17:42:14.301" v="41" actId="6549"/>
          <ac:spMkLst>
            <pc:docMk/>
            <pc:sldMk cId="37511955" sldId="304"/>
            <ac:spMk id="14" creationId="{03EF48FA-BCB5-03C3-F527-6897D6A6545A}"/>
          </ac:spMkLst>
        </pc:spChg>
        <pc:picChg chg="del">
          <ac:chgData name="LIU Sheung Fung Billy" userId="e7f2a3d9-46d5-4e31-92ac-510f9f579a16" providerId="ADAL" clId="{EBB75CBB-6447-410C-BFC9-835B6FB82F51}" dt="2025-04-10T17:42:10.122" v="38" actId="478"/>
          <ac:picMkLst>
            <pc:docMk/>
            <pc:sldMk cId="37511955" sldId="304"/>
            <ac:picMk id="6" creationId="{A9D32524-5BBE-4F0B-8F3D-313129F6F6D6}"/>
          </ac:picMkLst>
        </pc:picChg>
        <pc:picChg chg="add mod">
          <ac:chgData name="LIU Sheung Fung Billy" userId="e7f2a3d9-46d5-4e31-92ac-510f9f579a16" providerId="ADAL" clId="{EBB75CBB-6447-410C-BFC9-835B6FB82F51}" dt="2025-04-10T17:42:47.923" v="45" actId="1076"/>
          <ac:picMkLst>
            <pc:docMk/>
            <pc:sldMk cId="37511955" sldId="304"/>
            <ac:picMk id="7" creationId="{F60997BF-D3E4-42E6-7494-2658DE5C7BD9}"/>
          </ac:picMkLst>
        </pc:picChg>
        <pc:picChg chg="del">
          <ac:chgData name="LIU Sheung Fung Billy" userId="e7f2a3d9-46d5-4e31-92ac-510f9f579a16" providerId="ADAL" clId="{EBB75CBB-6447-410C-BFC9-835B6FB82F51}" dt="2025-04-10T17:42:10.799" v="39" actId="478"/>
          <ac:picMkLst>
            <pc:docMk/>
            <pc:sldMk cId="37511955" sldId="304"/>
            <ac:picMk id="8" creationId="{76BA6E48-C816-41EA-8E0E-5E7D22D1B74C}"/>
          </ac:picMkLst>
        </pc:picChg>
        <pc:picChg chg="add mod">
          <ac:chgData name="LIU Sheung Fung Billy" userId="e7f2a3d9-46d5-4e31-92ac-510f9f579a16" providerId="ADAL" clId="{EBB75CBB-6447-410C-BFC9-835B6FB82F51}" dt="2025-04-10T18:11:25.454" v="161" actId="1076"/>
          <ac:picMkLst>
            <pc:docMk/>
            <pc:sldMk cId="37511955" sldId="304"/>
            <ac:picMk id="10" creationId="{E8632C7E-8A1A-99C5-B5EB-58856169DA52}"/>
          </ac:picMkLst>
        </pc:picChg>
      </pc:sldChg>
    </pc:docChg>
  </pc:docChgLst>
  <pc:docChgLst>
    <pc:chgData name="TANG Tsz Chung" userId="a7e62957-3365-4efc-89ae-ec801da1dadc" providerId="ADAL" clId="{8BE527C1-7924-454D-976F-8496634A2EE3}"/>
    <pc:docChg chg="undo custSel addSld delSld modSld sldOrd">
      <pc:chgData name="TANG Tsz Chung" userId="a7e62957-3365-4efc-89ae-ec801da1dadc" providerId="ADAL" clId="{8BE527C1-7924-454D-976F-8496634A2EE3}" dt="2025-04-10T19:35:08.994" v="2735" actId="20577"/>
      <pc:docMkLst>
        <pc:docMk/>
      </pc:docMkLst>
      <pc:sldChg chg="addSp delSp modSp mod delDesignElem">
        <pc:chgData name="TANG Tsz Chung" userId="a7e62957-3365-4efc-89ae-ec801da1dadc" providerId="ADAL" clId="{8BE527C1-7924-454D-976F-8496634A2EE3}" dt="2025-04-10T19:35:08.994" v="2735" actId="20577"/>
        <pc:sldMkLst>
          <pc:docMk/>
          <pc:sldMk cId="2949589094" sldId="256"/>
        </pc:sldMkLst>
        <pc:spChg chg="mod">
          <ac:chgData name="TANG Tsz Chung" userId="a7e62957-3365-4efc-89ae-ec801da1dadc" providerId="ADAL" clId="{8BE527C1-7924-454D-976F-8496634A2EE3}" dt="2025-04-10T19:35:08.994" v="2735" actId="20577"/>
          <ac:spMkLst>
            <pc:docMk/>
            <pc:sldMk cId="2949589094" sldId="256"/>
            <ac:spMk id="2" creationId="{A4DEF698-49C2-467C-1689-0ECFD10A2894}"/>
          </ac:spMkLst>
        </pc:spChg>
        <pc:spChg chg="mod">
          <ac:chgData name="TANG Tsz Chung" userId="a7e62957-3365-4efc-89ae-ec801da1dadc" providerId="ADAL" clId="{8BE527C1-7924-454D-976F-8496634A2EE3}" dt="2025-04-10T19:35:04.514" v="2730" actId="20577"/>
          <ac:spMkLst>
            <pc:docMk/>
            <pc:sldMk cId="2949589094" sldId="256"/>
            <ac:spMk id="3" creationId="{502CCF12-581F-E69B-954E-E8329A3CF902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949589094" sldId="256"/>
            <ac:spMk id="9" creationId="{4D60F200-5EB0-B223-2439-C96C67F0FEE1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949589094" sldId="256"/>
            <ac:spMk id="11" creationId="{F92CB243-67C5-E304-31A0-4D7D607BAFBA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949589094" sldId="256"/>
            <ac:spMk id="13" creationId="{11A95761-C93E-94BF-087D-D2A823789EAB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949589094" sldId="256"/>
            <ac:spMk id="15" creationId="{6E63D1A5-FD49-4756-F62E-786C34E631EF}"/>
          </ac:spMkLst>
        </pc:spChg>
      </pc:sldChg>
      <pc:sldChg chg="addSp delSp delDesignElem">
        <pc:chgData name="TANG Tsz Chung" userId="a7e62957-3365-4efc-89ae-ec801da1dadc" providerId="ADAL" clId="{8BE527C1-7924-454D-976F-8496634A2EE3}" dt="2025-04-10T10:43:48.055" v="144"/>
        <pc:sldMkLst>
          <pc:docMk/>
          <pc:sldMk cId="1033401432" sldId="257"/>
        </pc:sldMkLst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033401432" sldId="257"/>
            <ac:spMk id="42" creationId="{C3896A03-3945-419A-B66B-4EE266EDD152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033401432" sldId="257"/>
            <ac:spMk id="43" creationId="{B34F5AD2-EDBD-4BBD-A55C-EAFFD0C7097A}"/>
          </ac:spMkLst>
        </pc:spChg>
      </pc:sldChg>
      <pc:sldChg chg="addSp delSp modSp mod delDesignElem">
        <pc:chgData name="TANG Tsz Chung" userId="a7e62957-3365-4efc-89ae-ec801da1dadc" providerId="ADAL" clId="{8BE527C1-7924-454D-976F-8496634A2EE3}" dt="2025-04-10T10:43:48.055" v="144"/>
        <pc:sldMkLst>
          <pc:docMk/>
          <pc:sldMk cId="1074104925" sldId="258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1074104925" sldId="258"/>
            <ac:spMk id="2" creationId="{C264271D-9260-6FE7-C950-62E26934F6C0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074104925" sldId="258"/>
            <ac:spMk id="27" creationId="{04812C46-200A-4DEB-A05E-3ED6C68C2387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074104925" sldId="258"/>
            <ac:spMk id="28" creationId="{D1EA859B-E555-4109-94F3-6700E046E008}"/>
          </ac:spMkLst>
        </pc:spChg>
      </pc:sldChg>
      <pc:sldChg chg="addSp delSp modSp mod delDesignElem">
        <pc:chgData name="TANG Tsz Chung" userId="a7e62957-3365-4efc-89ae-ec801da1dadc" providerId="ADAL" clId="{8BE527C1-7924-454D-976F-8496634A2EE3}" dt="2025-04-10T10:43:48.055" v="144"/>
        <pc:sldMkLst>
          <pc:docMk/>
          <pc:sldMk cId="2508981813" sldId="259"/>
        </pc:sldMkLst>
        <pc:spChg chg="mod">
          <ac:chgData name="TANG Tsz Chung" userId="a7e62957-3365-4efc-89ae-ec801da1dadc" providerId="ADAL" clId="{8BE527C1-7924-454D-976F-8496634A2EE3}" dt="2025-04-10T10:10:33.719" v="7" actId="20577"/>
          <ac:spMkLst>
            <pc:docMk/>
            <pc:sldMk cId="2508981813" sldId="259"/>
            <ac:spMk id="2" creationId="{040CCF7F-A85C-8046-1B77-53D7FBBEA347}"/>
          </ac:spMkLst>
        </pc:spChg>
        <pc:spChg chg="mod">
          <ac:chgData name="TANG Tsz Chung" userId="a7e62957-3365-4efc-89ae-ec801da1dadc" providerId="ADAL" clId="{8BE527C1-7924-454D-976F-8496634A2EE3}" dt="2025-04-10T10:10:02.377" v="0" actId="255"/>
          <ac:spMkLst>
            <pc:docMk/>
            <pc:sldMk cId="2508981813" sldId="259"/>
            <ac:spMk id="9" creationId="{F311A1D3-C998-03D3-2ED7-F0B173662F5A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508981813" sldId="259"/>
            <ac:spMk id="14" creationId="{C4285719-470E-454C-AF62-8323075F1F5B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508981813" sldId="259"/>
            <ac:spMk id="16" creationId="{CD9FE4EF-C4D8-49A0-B2FF-81D8DB7D8A24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508981813" sldId="259"/>
            <ac:spMk id="18" creationId="{4300840D-0A0B-4512-BACA-B439D5B9C57C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508981813" sldId="259"/>
            <ac:spMk id="20" creationId="{D2B78728-A580-49A7-84F9-6EF6F583ADE0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508981813" sldId="259"/>
            <ac:spMk id="22" creationId="{38FAA1A1-D861-433F-88FA-1E9D6FD31D11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508981813" sldId="259"/>
            <ac:spMk id="24" creationId="{8D71EDA1-87BF-4D5D-AB79-F346FD19278A}"/>
          </ac:spMkLst>
        </pc:spChg>
      </pc:sldChg>
      <pc:sldChg chg="addSp delSp modSp mod delDesignElem">
        <pc:chgData name="TANG Tsz Chung" userId="a7e62957-3365-4efc-89ae-ec801da1dadc" providerId="ADAL" clId="{8BE527C1-7924-454D-976F-8496634A2EE3}" dt="2025-04-10T10:43:48.055" v="144"/>
        <pc:sldMkLst>
          <pc:docMk/>
          <pc:sldMk cId="1555994020" sldId="260"/>
        </pc:sldMkLst>
        <pc:spChg chg="mod">
          <ac:chgData name="TANG Tsz Chung" userId="a7e62957-3365-4efc-89ae-ec801da1dadc" providerId="ADAL" clId="{8BE527C1-7924-454D-976F-8496634A2EE3}" dt="2025-04-10T10:10:34.942" v="8" actId="20577"/>
          <ac:spMkLst>
            <pc:docMk/>
            <pc:sldMk cId="1555994020" sldId="260"/>
            <ac:spMk id="2" creationId="{1EF77BE5-C262-1685-7AF2-ED7ECCF54BFB}"/>
          </ac:spMkLst>
        </pc:spChg>
        <pc:spChg chg="mod">
          <ac:chgData name="TANG Tsz Chung" userId="a7e62957-3365-4efc-89ae-ec801da1dadc" providerId="ADAL" clId="{8BE527C1-7924-454D-976F-8496634A2EE3}" dt="2025-04-10T10:10:16.472" v="3" actId="20577"/>
          <ac:spMkLst>
            <pc:docMk/>
            <pc:sldMk cId="1555994020" sldId="260"/>
            <ac:spMk id="8" creationId="{455608CC-7A23-40B7-7B8E-894037DEF5B2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555994020" sldId="260"/>
            <ac:spMk id="13" creationId="{C4285719-470E-454C-AF62-8323075F1F5B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555994020" sldId="260"/>
            <ac:spMk id="15" creationId="{CD9FE4EF-C4D8-49A0-B2FF-81D8DB7D8A24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555994020" sldId="260"/>
            <ac:spMk id="17" creationId="{4300840D-0A0B-4512-BACA-B439D5B9C57C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555994020" sldId="260"/>
            <ac:spMk id="19" creationId="{D2B78728-A580-49A7-84F9-6EF6F583ADE0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555994020" sldId="260"/>
            <ac:spMk id="21" creationId="{38FAA1A1-D861-433F-88FA-1E9D6FD31D11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1555994020" sldId="260"/>
            <ac:spMk id="23" creationId="{8D71EDA1-87BF-4D5D-AB79-F346FD19278A}"/>
          </ac:spMkLst>
        </pc:spChg>
      </pc:sldChg>
      <pc:sldChg chg="addSp delSp modSp mod delDesignElem">
        <pc:chgData name="TANG Tsz Chung" userId="a7e62957-3365-4efc-89ae-ec801da1dadc" providerId="ADAL" clId="{8BE527C1-7924-454D-976F-8496634A2EE3}" dt="2025-04-10T10:43:48.055" v="144"/>
        <pc:sldMkLst>
          <pc:docMk/>
          <pc:sldMk cId="3214296456" sldId="261"/>
        </pc:sldMkLst>
        <pc:spChg chg="mod">
          <ac:chgData name="TANG Tsz Chung" userId="a7e62957-3365-4efc-89ae-ec801da1dadc" providerId="ADAL" clId="{8BE527C1-7924-454D-976F-8496634A2EE3}" dt="2025-04-10T10:10:32.396" v="6" actId="20577"/>
          <ac:spMkLst>
            <pc:docMk/>
            <pc:sldMk cId="3214296456" sldId="261"/>
            <ac:spMk id="2" creationId="{91E92EC8-2894-8F2B-EA92-7210B905F119}"/>
          </ac:spMkLst>
        </pc:spChg>
        <pc:spChg chg="mod">
          <ac:chgData name="TANG Tsz Chung" userId="a7e62957-3365-4efc-89ae-ec801da1dadc" providerId="ADAL" clId="{8BE527C1-7924-454D-976F-8496634A2EE3}" dt="2025-04-10T10:10:30.242" v="5" actId="14100"/>
          <ac:spMkLst>
            <pc:docMk/>
            <pc:sldMk cId="3214296456" sldId="261"/>
            <ac:spMk id="8" creationId="{A6C8D506-9085-DB95-2FD4-3097F6C98822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3214296456" sldId="261"/>
            <ac:spMk id="13" creationId="{C4285719-470E-454C-AF62-8323075F1F5B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3214296456" sldId="261"/>
            <ac:spMk id="15" creationId="{CD9FE4EF-C4D8-49A0-B2FF-81D8DB7D8A24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3214296456" sldId="261"/>
            <ac:spMk id="17" creationId="{4300840D-0A0B-4512-BACA-B439D5B9C57C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3214296456" sldId="261"/>
            <ac:spMk id="19" creationId="{D2B78728-A580-49A7-84F9-6EF6F583ADE0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3214296456" sldId="261"/>
            <ac:spMk id="21" creationId="{38FAA1A1-D861-433F-88FA-1E9D6FD31D11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3214296456" sldId="261"/>
            <ac:spMk id="23" creationId="{8D71EDA1-87BF-4D5D-AB79-F346FD19278A}"/>
          </ac:spMkLst>
        </pc:spChg>
      </pc:sldChg>
      <pc:sldChg chg="addSp delSp modSp mod delDesignElem">
        <pc:chgData name="TANG Tsz Chung" userId="a7e62957-3365-4efc-89ae-ec801da1dadc" providerId="ADAL" clId="{8BE527C1-7924-454D-976F-8496634A2EE3}" dt="2025-04-10T10:43:48.055" v="144"/>
        <pc:sldMkLst>
          <pc:docMk/>
          <pc:sldMk cId="204138378" sldId="262"/>
        </pc:sldMkLst>
        <pc:spChg chg="mod">
          <ac:chgData name="TANG Tsz Chung" userId="a7e62957-3365-4efc-89ae-ec801da1dadc" providerId="ADAL" clId="{8BE527C1-7924-454D-976F-8496634A2EE3}" dt="2025-04-10T10:12:52.688" v="9" actId="20577"/>
          <ac:spMkLst>
            <pc:docMk/>
            <pc:sldMk cId="204138378" sldId="262"/>
            <ac:spMk id="2" creationId="{C2160C8A-7F5E-932A-F496-27685523037B}"/>
          </ac:spMkLst>
        </pc:spChg>
        <pc:spChg chg="mod">
          <ac:chgData name="TANG Tsz Chung" userId="a7e62957-3365-4efc-89ae-ec801da1dadc" providerId="ADAL" clId="{8BE527C1-7924-454D-976F-8496634A2EE3}" dt="2025-04-10T10:12:58.355" v="11" actId="14100"/>
          <ac:spMkLst>
            <pc:docMk/>
            <pc:sldMk cId="204138378" sldId="262"/>
            <ac:spMk id="8" creationId="{A0EF6735-1489-D1F8-A86C-DFE50974D5BB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04138378" sldId="262"/>
            <ac:spMk id="13" creationId="{C4285719-470E-454C-AF62-8323075F1F5B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04138378" sldId="262"/>
            <ac:spMk id="15" creationId="{CD9FE4EF-C4D8-49A0-B2FF-81D8DB7D8A24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04138378" sldId="262"/>
            <ac:spMk id="17" creationId="{4300840D-0A0B-4512-BACA-B439D5B9C57C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04138378" sldId="262"/>
            <ac:spMk id="19" creationId="{D2B78728-A580-49A7-84F9-6EF6F583ADE0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04138378" sldId="262"/>
            <ac:spMk id="21" creationId="{38FAA1A1-D861-433F-88FA-1E9D6FD31D11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04138378" sldId="262"/>
            <ac:spMk id="23" creationId="{8D71EDA1-87BF-4D5D-AB79-F346FD19278A}"/>
          </ac:spMkLst>
        </pc:spChg>
      </pc:sldChg>
      <pc:sldChg chg="addSp delSp delDesignElem">
        <pc:chgData name="TANG Tsz Chung" userId="a7e62957-3365-4efc-89ae-ec801da1dadc" providerId="ADAL" clId="{8BE527C1-7924-454D-976F-8496634A2EE3}" dt="2025-04-10T10:43:48.055" v="144"/>
        <pc:sldMkLst>
          <pc:docMk/>
          <pc:sldMk cId="2412818475" sldId="263"/>
        </pc:sldMkLst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412818475" sldId="263"/>
            <ac:spMk id="10" creationId="{A8384FB5-9ADC-4DDC-881B-597D56F5B15D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412818475" sldId="263"/>
            <ac:spMk id="12" creationId="{91E5A9A7-95C6-4F4F-B00E-C82E07FE62EF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412818475" sldId="263"/>
            <ac:spMk id="14" creationId="{D07DD2DE-F619-49DD-B5E7-03A290FF4ED1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412818475" sldId="263"/>
            <ac:spMk id="16" creationId="{85149191-5F60-4A28-AAFF-039F96B0F3EC}"/>
          </ac:spMkLst>
        </pc:spChg>
        <pc:spChg chg="add del">
          <ac:chgData name="TANG Tsz Chung" userId="a7e62957-3365-4efc-89ae-ec801da1dadc" providerId="ADAL" clId="{8BE527C1-7924-454D-976F-8496634A2EE3}" dt="2025-04-10T10:43:48.055" v="144"/>
          <ac:spMkLst>
            <pc:docMk/>
            <pc:sldMk cId="2412818475" sldId="263"/>
            <ac:spMk id="18" creationId="{F8260ED5-17F7-4158-B241-D51DD4CF1B7E}"/>
          </ac:spMkLst>
        </pc:spChg>
      </pc:sldChg>
      <pc:sldChg chg="addSp delSp modSp mod">
        <pc:chgData name="TANG Tsz Chung" userId="a7e62957-3365-4efc-89ae-ec801da1dadc" providerId="ADAL" clId="{8BE527C1-7924-454D-976F-8496634A2EE3}" dt="2025-04-10T11:16:59.961" v="1006" actId="14100"/>
        <pc:sldMkLst>
          <pc:docMk/>
          <pc:sldMk cId="4185734323" sldId="264"/>
        </pc:sldMkLst>
        <pc:spChg chg="mod">
          <ac:chgData name="TANG Tsz Chung" userId="a7e62957-3365-4efc-89ae-ec801da1dadc" providerId="ADAL" clId="{8BE527C1-7924-454D-976F-8496634A2EE3}" dt="2025-04-10T10:51:45.589" v="463" actId="20577"/>
          <ac:spMkLst>
            <pc:docMk/>
            <pc:sldMk cId="4185734323" sldId="264"/>
            <ac:spMk id="2" creationId="{C875C6BB-1C10-1D51-FCBE-57AF5A21DFC3}"/>
          </ac:spMkLst>
        </pc:spChg>
        <pc:spChg chg="add del mod">
          <ac:chgData name="TANG Tsz Chung" userId="a7e62957-3365-4efc-89ae-ec801da1dadc" providerId="ADAL" clId="{8BE527C1-7924-454D-976F-8496634A2EE3}" dt="2025-04-10T11:16:59.961" v="1006" actId="14100"/>
          <ac:spMkLst>
            <pc:docMk/>
            <pc:sldMk cId="4185734323" sldId="264"/>
            <ac:spMk id="4" creationId="{E25CB755-3C15-9ED8-DA50-7FDF6A2F885F}"/>
          </ac:spMkLst>
        </pc:spChg>
        <pc:spChg chg="mod">
          <ac:chgData name="TANG Tsz Chung" userId="a7e62957-3365-4efc-89ae-ec801da1dadc" providerId="ADAL" clId="{8BE527C1-7924-454D-976F-8496634A2EE3}" dt="2025-04-10T10:41:57.895" v="57" actId="20577"/>
          <ac:spMkLst>
            <pc:docMk/>
            <pc:sldMk cId="4185734323" sldId="264"/>
            <ac:spMk id="5" creationId="{F2A203C8-5A2B-5C95-37DB-FE66C5C3F42A}"/>
          </ac:spMkLst>
        </pc:spChg>
        <pc:spChg chg="add mod">
          <ac:chgData name="TANG Tsz Chung" userId="a7e62957-3365-4efc-89ae-ec801da1dadc" providerId="ADAL" clId="{8BE527C1-7924-454D-976F-8496634A2EE3}" dt="2025-04-10T10:44:06.052" v="149" actId="1076"/>
          <ac:spMkLst>
            <pc:docMk/>
            <pc:sldMk cId="4185734323" sldId="264"/>
            <ac:spMk id="14" creationId="{33D89648-9D9E-498D-A75F-C285536BB35A}"/>
          </ac:spMkLst>
        </pc:spChg>
        <pc:spChg chg="add mod">
          <ac:chgData name="TANG Tsz Chung" userId="a7e62957-3365-4efc-89ae-ec801da1dadc" providerId="ADAL" clId="{8BE527C1-7924-454D-976F-8496634A2EE3}" dt="2025-04-10T10:43:03.049" v="126" actId="1076"/>
          <ac:spMkLst>
            <pc:docMk/>
            <pc:sldMk cId="4185734323" sldId="264"/>
            <ac:spMk id="15" creationId="{2FC9DF0B-9A04-3D75-363C-907AD8C61308}"/>
          </ac:spMkLst>
        </pc:spChg>
        <pc:picChg chg="add mod">
          <ac:chgData name="TANG Tsz Chung" userId="a7e62957-3365-4efc-89ae-ec801da1dadc" providerId="ADAL" clId="{8BE527C1-7924-454D-976F-8496634A2EE3}" dt="2025-04-10T10:42:56.001" v="123" actId="1076"/>
          <ac:picMkLst>
            <pc:docMk/>
            <pc:sldMk cId="4185734323" sldId="264"/>
            <ac:picMk id="7" creationId="{9396149B-9B36-B537-9320-F4BE69573456}"/>
          </ac:picMkLst>
        </pc:picChg>
        <pc:picChg chg="add del mod ord">
          <ac:chgData name="TANG Tsz Chung" userId="a7e62957-3365-4efc-89ae-ec801da1dadc" providerId="ADAL" clId="{8BE527C1-7924-454D-976F-8496634A2EE3}" dt="2025-04-10T10:41:04.708" v="26" actId="22"/>
          <ac:picMkLst>
            <pc:docMk/>
            <pc:sldMk cId="4185734323" sldId="264"/>
            <ac:picMk id="9" creationId="{FCF8A334-B767-77C0-7B4E-7AC477DD05A7}"/>
          </ac:picMkLst>
        </pc:picChg>
        <pc:picChg chg="add del mod">
          <ac:chgData name="TANG Tsz Chung" userId="a7e62957-3365-4efc-89ae-ec801da1dadc" providerId="ADAL" clId="{8BE527C1-7924-454D-976F-8496634A2EE3}" dt="2025-04-10T10:41:24.635" v="30" actId="478"/>
          <ac:picMkLst>
            <pc:docMk/>
            <pc:sldMk cId="4185734323" sldId="264"/>
            <ac:picMk id="11" creationId="{DFD0F3D1-134C-35F4-4EC7-D46FE8875503}"/>
          </ac:picMkLst>
        </pc:picChg>
        <pc:picChg chg="add mod">
          <ac:chgData name="TANG Tsz Chung" userId="a7e62957-3365-4efc-89ae-ec801da1dadc" providerId="ADAL" clId="{8BE527C1-7924-454D-976F-8496634A2EE3}" dt="2025-04-10T10:44:04.412" v="148" actId="1076"/>
          <ac:picMkLst>
            <pc:docMk/>
            <pc:sldMk cId="4185734323" sldId="264"/>
            <ac:picMk id="13" creationId="{564CAD6C-AE7F-435D-659B-673C37CD6993}"/>
          </ac:picMkLst>
        </pc:picChg>
      </pc:sldChg>
      <pc:sldChg chg="modSp">
        <pc:chgData name="TANG Tsz Chung" userId="a7e62957-3365-4efc-89ae-ec801da1dadc" providerId="ADAL" clId="{8BE527C1-7924-454D-976F-8496634A2EE3}" dt="2025-04-10T10:43:48.055" v="144"/>
        <pc:sldMkLst>
          <pc:docMk/>
          <pc:sldMk cId="2357459438" sldId="265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2357459438" sldId="265"/>
            <ac:spMk id="2" creationId="{9409F7C4-2435-F68D-722B-2451B0AA8223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2357459438" sldId="265"/>
            <ac:spMk id="4" creationId="{A1AC23F0-A0E7-F7F4-51B9-EFA67394377A}"/>
          </ac:spMkLst>
        </pc:spChg>
      </pc:sldChg>
      <pc:sldChg chg="modSp">
        <pc:chgData name="TANG Tsz Chung" userId="a7e62957-3365-4efc-89ae-ec801da1dadc" providerId="ADAL" clId="{8BE527C1-7924-454D-976F-8496634A2EE3}" dt="2025-04-10T10:43:48.055" v="144"/>
        <pc:sldMkLst>
          <pc:docMk/>
          <pc:sldMk cId="417605436" sldId="266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417605436" sldId="266"/>
            <ac:spMk id="2" creationId="{726D8D82-2B47-C799-88EE-62E0EE4C29AE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417605436" sldId="266"/>
            <ac:spMk id="4" creationId="{FC1DC1E7-A928-285A-73C0-3AF4AB2CEB75}"/>
          </ac:spMkLst>
        </pc:spChg>
      </pc:sldChg>
      <pc:sldChg chg="modSp del">
        <pc:chgData name="TANG Tsz Chung" userId="a7e62957-3365-4efc-89ae-ec801da1dadc" providerId="ADAL" clId="{8BE527C1-7924-454D-976F-8496634A2EE3}" dt="2025-04-10T11:02:02.136" v="698" actId="47"/>
        <pc:sldMkLst>
          <pc:docMk/>
          <pc:sldMk cId="3649945229" sldId="267"/>
        </pc:sldMkLst>
        <pc:spChg chg="mod">
          <ac:chgData name="TANG Tsz Chung" userId="a7e62957-3365-4efc-89ae-ec801da1dadc" providerId="ADAL" clId="{8BE527C1-7924-454D-976F-8496634A2EE3}" dt="2025-04-10T10:43:57.495" v="145"/>
          <ac:spMkLst>
            <pc:docMk/>
            <pc:sldMk cId="3649945229" sldId="267"/>
            <ac:spMk id="2" creationId="{87DECE46-7C8B-E716-687C-86206E941D28}"/>
          </ac:spMkLst>
        </pc:spChg>
        <pc:spChg chg="mod">
          <ac:chgData name="TANG Tsz Chung" userId="a7e62957-3365-4efc-89ae-ec801da1dadc" providerId="ADAL" clId="{8BE527C1-7924-454D-976F-8496634A2EE3}" dt="2025-04-10T10:43:57.495" v="145"/>
          <ac:spMkLst>
            <pc:docMk/>
            <pc:sldMk cId="3649945229" sldId="267"/>
            <ac:spMk id="4" creationId="{D002AD10-02EA-4E23-92C2-67612FEA0E7F}"/>
          </ac:spMkLst>
        </pc:spChg>
      </pc:sldChg>
      <pc:sldChg chg="modSp del">
        <pc:chgData name="TANG Tsz Chung" userId="a7e62957-3365-4efc-89ae-ec801da1dadc" providerId="ADAL" clId="{8BE527C1-7924-454D-976F-8496634A2EE3}" dt="2025-04-10T11:14:28.869" v="962" actId="2696"/>
        <pc:sldMkLst>
          <pc:docMk/>
          <pc:sldMk cId="2643151643" sldId="268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2643151643" sldId="268"/>
            <ac:spMk id="2" creationId="{9E838729-5AA4-8DE7-5AB4-FB56FCCBECB2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2643151643" sldId="268"/>
            <ac:spMk id="4" creationId="{07A262B7-CF18-2006-CB00-5742E122526E}"/>
          </ac:spMkLst>
        </pc:spChg>
      </pc:sldChg>
      <pc:sldChg chg="modSp del">
        <pc:chgData name="TANG Tsz Chung" userId="a7e62957-3365-4efc-89ae-ec801da1dadc" providerId="ADAL" clId="{8BE527C1-7924-454D-976F-8496634A2EE3}" dt="2025-04-10T11:00:50.176" v="694" actId="47"/>
        <pc:sldMkLst>
          <pc:docMk/>
          <pc:sldMk cId="3845698465" sldId="269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3845698465" sldId="269"/>
            <ac:spMk id="2" creationId="{58AC7AD1-1113-A18C-92EC-93B04A5AF4D6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3845698465" sldId="269"/>
            <ac:spMk id="4" creationId="{AC01562F-D567-8397-CD69-0592823740B1}"/>
          </ac:spMkLst>
        </pc:spChg>
      </pc:sldChg>
      <pc:sldChg chg="modSp del">
        <pc:chgData name="TANG Tsz Chung" userId="a7e62957-3365-4efc-89ae-ec801da1dadc" providerId="ADAL" clId="{8BE527C1-7924-454D-976F-8496634A2EE3}" dt="2025-04-10T11:00:50.925" v="695" actId="47"/>
        <pc:sldMkLst>
          <pc:docMk/>
          <pc:sldMk cId="1075437223" sldId="270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1075437223" sldId="270"/>
            <ac:spMk id="2" creationId="{61EDDA43-E949-A972-26BF-79F94175D0D6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1075437223" sldId="270"/>
            <ac:spMk id="4" creationId="{EFA04AFB-012C-F9E5-A7F3-BE0745078296}"/>
          </ac:spMkLst>
        </pc:spChg>
      </pc:sldChg>
      <pc:sldChg chg="modSp del">
        <pc:chgData name="TANG Tsz Chung" userId="a7e62957-3365-4efc-89ae-ec801da1dadc" providerId="ADAL" clId="{8BE527C1-7924-454D-976F-8496634A2EE3}" dt="2025-04-10T11:14:59.785" v="977" actId="2696"/>
        <pc:sldMkLst>
          <pc:docMk/>
          <pc:sldMk cId="1882010170" sldId="271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1882010170" sldId="271"/>
            <ac:spMk id="2" creationId="{C043E7A3-2990-C9D1-1B34-9D57C03E8C4B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1882010170" sldId="271"/>
            <ac:spMk id="4" creationId="{677566F9-9967-193B-CE10-DAD83220D535}"/>
          </ac:spMkLst>
        </pc:spChg>
      </pc:sldChg>
      <pc:sldChg chg="modSp">
        <pc:chgData name="TANG Tsz Chung" userId="a7e62957-3365-4efc-89ae-ec801da1dadc" providerId="ADAL" clId="{8BE527C1-7924-454D-976F-8496634A2EE3}" dt="2025-04-10T10:43:48.055" v="144"/>
        <pc:sldMkLst>
          <pc:docMk/>
          <pc:sldMk cId="701828411" sldId="272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701828411" sldId="272"/>
            <ac:spMk id="2" creationId="{69F94B8A-B3BF-503D-E046-AE090048662F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701828411" sldId="272"/>
            <ac:spMk id="4" creationId="{3AFF8F7D-9DEF-7ABD-7631-127324EFC793}"/>
          </ac:spMkLst>
        </pc:spChg>
      </pc:sldChg>
      <pc:sldChg chg="modSp">
        <pc:chgData name="TANG Tsz Chung" userId="a7e62957-3365-4efc-89ae-ec801da1dadc" providerId="ADAL" clId="{8BE527C1-7924-454D-976F-8496634A2EE3}" dt="2025-04-10T10:43:48.055" v="144"/>
        <pc:sldMkLst>
          <pc:docMk/>
          <pc:sldMk cId="3919273318" sldId="273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3919273318" sldId="273"/>
            <ac:spMk id="2" creationId="{CA41A93A-7431-82CA-E50C-1BA46EE3C3AA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3919273318" sldId="273"/>
            <ac:spMk id="4" creationId="{95EAF42A-22A2-0A0D-3B01-09E568AAAE05}"/>
          </ac:spMkLst>
        </pc:spChg>
      </pc:sldChg>
      <pc:sldChg chg="modSp del">
        <pc:chgData name="TANG Tsz Chung" userId="a7e62957-3365-4efc-89ae-ec801da1dadc" providerId="ADAL" clId="{8BE527C1-7924-454D-976F-8496634A2EE3}" dt="2025-04-10T11:00:53.461" v="696" actId="47"/>
        <pc:sldMkLst>
          <pc:docMk/>
          <pc:sldMk cId="965963717" sldId="274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965963717" sldId="274"/>
            <ac:spMk id="2" creationId="{32A827E4-8D64-2CF6-F4F6-44B627D97162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965963717" sldId="274"/>
            <ac:spMk id="4" creationId="{0107B994-1570-67A7-A861-F2FD6C7ECFF6}"/>
          </ac:spMkLst>
        </pc:spChg>
      </pc:sldChg>
      <pc:sldChg chg="modSp">
        <pc:chgData name="TANG Tsz Chung" userId="a7e62957-3365-4efc-89ae-ec801da1dadc" providerId="ADAL" clId="{8BE527C1-7924-454D-976F-8496634A2EE3}" dt="2025-04-10T10:43:48.055" v="144"/>
        <pc:sldMkLst>
          <pc:docMk/>
          <pc:sldMk cId="3867191541" sldId="275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3867191541" sldId="275"/>
            <ac:spMk id="2" creationId="{927EFF38-DB8A-005F-9AE4-D8D96C5A4ABB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3867191541" sldId="275"/>
            <ac:spMk id="4" creationId="{48B4D195-B312-D05A-E208-F99469E4939A}"/>
          </ac:spMkLst>
        </pc:spChg>
      </pc:sldChg>
      <pc:sldChg chg="modSp">
        <pc:chgData name="TANG Tsz Chung" userId="a7e62957-3365-4efc-89ae-ec801da1dadc" providerId="ADAL" clId="{8BE527C1-7924-454D-976F-8496634A2EE3}" dt="2025-04-10T10:43:48.055" v="144"/>
        <pc:sldMkLst>
          <pc:docMk/>
          <pc:sldMk cId="1172654421" sldId="276"/>
        </pc:sldMkLst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1172654421" sldId="276"/>
            <ac:spMk id="2" creationId="{A88B8210-D705-887C-C06F-DC5D7C4A73C4}"/>
          </ac:spMkLst>
        </pc:spChg>
        <pc:spChg chg="mod">
          <ac:chgData name="TANG Tsz Chung" userId="a7e62957-3365-4efc-89ae-ec801da1dadc" providerId="ADAL" clId="{8BE527C1-7924-454D-976F-8496634A2EE3}" dt="2025-04-10T10:43:48.055" v="144"/>
          <ac:spMkLst>
            <pc:docMk/>
            <pc:sldMk cId="1172654421" sldId="276"/>
            <ac:spMk id="4" creationId="{D3F70C76-5BAC-1B20-4E64-221BD52A638A}"/>
          </ac:spMkLst>
        </pc:spChg>
      </pc:sldChg>
      <pc:sldChg chg="addSp delSp modSp add mod ord">
        <pc:chgData name="TANG Tsz Chung" userId="a7e62957-3365-4efc-89ae-ec801da1dadc" providerId="ADAL" clId="{8BE527C1-7924-454D-976F-8496634A2EE3}" dt="2025-04-10T18:51:33.444" v="2028" actId="20577"/>
        <pc:sldMkLst>
          <pc:docMk/>
          <pc:sldMk cId="3131616788" sldId="277"/>
        </pc:sldMkLst>
        <pc:spChg chg="mod">
          <ac:chgData name="TANG Tsz Chung" userId="a7e62957-3365-4efc-89ae-ec801da1dadc" providerId="ADAL" clId="{8BE527C1-7924-454D-976F-8496634A2EE3}" dt="2025-04-10T11:16:53.375" v="1002" actId="20577"/>
          <ac:spMkLst>
            <pc:docMk/>
            <pc:sldMk cId="3131616788" sldId="277"/>
            <ac:spMk id="2" creationId="{14FB9D66-E311-FDDF-EBB4-D14698E56D53}"/>
          </ac:spMkLst>
        </pc:spChg>
        <pc:spChg chg="mod">
          <ac:chgData name="TANG Tsz Chung" userId="a7e62957-3365-4efc-89ae-ec801da1dadc" providerId="ADAL" clId="{8BE527C1-7924-454D-976F-8496634A2EE3}" dt="2025-04-10T18:51:33.444" v="2028" actId="20577"/>
          <ac:spMkLst>
            <pc:docMk/>
            <pc:sldMk cId="3131616788" sldId="277"/>
            <ac:spMk id="4" creationId="{D33499D3-9561-DBA2-4AEB-2A38D4466A6A}"/>
          </ac:spMkLst>
        </pc:spChg>
        <pc:spChg chg="mod">
          <ac:chgData name="TANG Tsz Chung" userId="a7e62957-3365-4efc-89ae-ec801da1dadc" providerId="ADAL" clId="{8BE527C1-7924-454D-976F-8496634A2EE3}" dt="2025-04-10T14:37:46.263" v="1222" actId="20577"/>
          <ac:spMkLst>
            <pc:docMk/>
            <pc:sldMk cId="3131616788" sldId="277"/>
            <ac:spMk id="5" creationId="{789A11F4-AC67-78B1-666C-9E661290D68B}"/>
          </ac:spMkLst>
        </pc:spChg>
        <pc:spChg chg="mod">
          <ac:chgData name="TANG Tsz Chung" userId="a7e62957-3365-4efc-89ae-ec801da1dadc" providerId="ADAL" clId="{8BE527C1-7924-454D-976F-8496634A2EE3}" dt="2025-04-10T18:40:20.052" v="1849" actId="1038"/>
          <ac:spMkLst>
            <pc:docMk/>
            <pc:sldMk cId="3131616788" sldId="277"/>
            <ac:spMk id="14" creationId="{EEBEDA0D-089E-C8B9-3E79-DF5E99B7DAF4}"/>
          </ac:spMkLst>
        </pc:spChg>
        <pc:spChg chg="mod">
          <ac:chgData name="TANG Tsz Chung" userId="a7e62957-3365-4efc-89ae-ec801da1dadc" providerId="ADAL" clId="{8BE527C1-7924-454D-976F-8496634A2EE3}" dt="2025-04-10T18:39:54.868" v="1791" actId="14100"/>
          <ac:spMkLst>
            <pc:docMk/>
            <pc:sldMk cId="3131616788" sldId="277"/>
            <ac:spMk id="15" creationId="{F1C03AAB-EAEE-23F0-7779-2B8C5BB2DEA5}"/>
          </ac:spMkLst>
        </pc:spChg>
        <pc:picChg chg="mod">
          <ac:chgData name="TANG Tsz Chung" userId="a7e62957-3365-4efc-89ae-ec801da1dadc" providerId="ADAL" clId="{8BE527C1-7924-454D-976F-8496634A2EE3}" dt="2025-04-10T18:42:54.745" v="1934" actId="1038"/>
          <ac:picMkLst>
            <pc:docMk/>
            <pc:sldMk cId="3131616788" sldId="277"/>
            <ac:picMk id="3" creationId="{BDB80070-A7AA-2203-76F0-9A69B19CE367}"/>
          </ac:picMkLst>
        </pc:picChg>
        <pc:picChg chg="add del mod">
          <ac:chgData name="TANG Tsz Chung" userId="a7e62957-3365-4efc-89ae-ec801da1dadc" providerId="ADAL" clId="{8BE527C1-7924-454D-976F-8496634A2EE3}" dt="2025-04-10T10:53:43.805" v="473" actId="478"/>
          <ac:picMkLst>
            <pc:docMk/>
            <pc:sldMk cId="3131616788" sldId="277"/>
            <ac:picMk id="6" creationId="{87E4FA1F-DB1A-E43C-557B-6156C0C198DA}"/>
          </ac:picMkLst>
        </pc:picChg>
        <pc:picChg chg="del">
          <ac:chgData name="TANG Tsz Chung" userId="a7e62957-3365-4efc-89ae-ec801da1dadc" providerId="ADAL" clId="{8BE527C1-7924-454D-976F-8496634A2EE3}" dt="2025-04-10T10:52:46.332" v="472" actId="478"/>
          <ac:picMkLst>
            <pc:docMk/>
            <pc:sldMk cId="3131616788" sldId="277"/>
            <ac:picMk id="7" creationId="{6C61B5C4-E747-FC52-2532-20CC8336A7CB}"/>
          </ac:picMkLst>
        </pc:picChg>
        <pc:picChg chg="add del mod">
          <ac:chgData name="TANG Tsz Chung" userId="a7e62957-3365-4efc-89ae-ec801da1dadc" providerId="ADAL" clId="{8BE527C1-7924-454D-976F-8496634A2EE3}" dt="2025-04-10T14:37:46.921" v="1223" actId="478"/>
          <ac:picMkLst>
            <pc:docMk/>
            <pc:sldMk cId="3131616788" sldId="277"/>
            <ac:picMk id="9" creationId="{A81671C4-BF86-D540-07B1-2F6E4ECF2FD1}"/>
          </ac:picMkLst>
        </pc:picChg>
        <pc:picChg chg="add del mod">
          <ac:chgData name="TANG Tsz Chung" userId="a7e62957-3365-4efc-89ae-ec801da1dadc" providerId="ADAL" clId="{8BE527C1-7924-454D-976F-8496634A2EE3}" dt="2025-04-10T14:37:47.805" v="1224" actId="478"/>
          <ac:picMkLst>
            <pc:docMk/>
            <pc:sldMk cId="3131616788" sldId="277"/>
            <ac:picMk id="11" creationId="{D3E671CA-B150-76CC-6D45-BAA0D41C17BA}"/>
          </ac:picMkLst>
        </pc:picChg>
        <pc:picChg chg="del">
          <ac:chgData name="TANG Tsz Chung" userId="a7e62957-3365-4efc-89ae-ec801da1dadc" providerId="ADAL" clId="{8BE527C1-7924-454D-976F-8496634A2EE3}" dt="2025-04-10T10:52:38.567" v="468" actId="478"/>
          <ac:picMkLst>
            <pc:docMk/>
            <pc:sldMk cId="3131616788" sldId="277"/>
            <ac:picMk id="13" creationId="{B8DE9E1F-FF42-D5D2-6F61-53974F8AA31E}"/>
          </ac:picMkLst>
        </pc:picChg>
      </pc:sldChg>
      <pc:sldChg chg="modSp add mod">
        <pc:chgData name="TANG Tsz Chung" userId="a7e62957-3365-4efc-89ae-ec801da1dadc" providerId="ADAL" clId="{8BE527C1-7924-454D-976F-8496634A2EE3}" dt="2025-04-10T11:16:38.216" v="997"/>
        <pc:sldMkLst>
          <pc:docMk/>
          <pc:sldMk cId="1677772795" sldId="278"/>
        </pc:sldMkLst>
        <pc:spChg chg="mod">
          <ac:chgData name="TANG Tsz Chung" userId="a7e62957-3365-4efc-89ae-ec801da1dadc" providerId="ADAL" clId="{8BE527C1-7924-454D-976F-8496634A2EE3}" dt="2025-04-10T11:16:38.216" v="997"/>
          <ac:spMkLst>
            <pc:docMk/>
            <pc:sldMk cId="1677772795" sldId="278"/>
            <ac:spMk id="4" creationId="{26151D5A-C86D-85C5-4EDA-CBA56E7B1B48}"/>
          </ac:spMkLst>
        </pc:spChg>
      </pc:sldChg>
      <pc:sldChg chg="addSp delSp modSp add mod">
        <pc:chgData name="TANG Tsz Chung" userId="a7e62957-3365-4efc-89ae-ec801da1dadc" providerId="ADAL" clId="{8BE527C1-7924-454D-976F-8496634A2EE3}" dt="2025-04-10T11:22:46.315" v="1183" actId="20577"/>
        <pc:sldMkLst>
          <pc:docMk/>
          <pc:sldMk cId="3235031591" sldId="279"/>
        </pc:sldMkLst>
        <pc:spChg chg="mod">
          <ac:chgData name="TANG Tsz Chung" userId="a7e62957-3365-4efc-89ae-ec801da1dadc" providerId="ADAL" clId="{8BE527C1-7924-454D-976F-8496634A2EE3}" dt="2025-04-10T11:14:47.328" v="968" actId="20577"/>
          <ac:spMkLst>
            <pc:docMk/>
            <pc:sldMk cId="3235031591" sldId="279"/>
            <ac:spMk id="2" creationId="{0C5C0BE0-BFFB-397E-48DA-CDC1FC475B4B}"/>
          </ac:spMkLst>
        </pc:spChg>
        <pc:spChg chg="mod">
          <ac:chgData name="TANG Tsz Chung" userId="a7e62957-3365-4efc-89ae-ec801da1dadc" providerId="ADAL" clId="{8BE527C1-7924-454D-976F-8496634A2EE3}" dt="2025-04-10T11:22:46.315" v="1183" actId="20577"/>
          <ac:spMkLst>
            <pc:docMk/>
            <pc:sldMk cId="3235031591" sldId="279"/>
            <ac:spMk id="4" creationId="{9F5E7603-8EFA-4BD7-6D76-5EA295151E8C}"/>
          </ac:spMkLst>
        </pc:spChg>
        <pc:spChg chg="mod">
          <ac:chgData name="TANG Tsz Chung" userId="a7e62957-3365-4efc-89ae-ec801da1dadc" providerId="ADAL" clId="{8BE527C1-7924-454D-976F-8496634A2EE3}" dt="2025-04-10T11:04:49.610" v="701"/>
          <ac:spMkLst>
            <pc:docMk/>
            <pc:sldMk cId="3235031591" sldId="279"/>
            <ac:spMk id="5" creationId="{AF7944BB-CDD9-8366-FE05-C4CB1C15E3AE}"/>
          </ac:spMkLst>
        </pc:spChg>
        <pc:spChg chg="mod">
          <ac:chgData name="TANG Tsz Chung" userId="a7e62957-3365-4efc-89ae-ec801da1dadc" providerId="ADAL" clId="{8BE527C1-7924-454D-976F-8496634A2EE3}" dt="2025-04-10T11:06:03.118" v="717" actId="1076"/>
          <ac:spMkLst>
            <pc:docMk/>
            <pc:sldMk cId="3235031591" sldId="279"/>
            <ac:spMk id="14" creationId="{25A89749-53E7-5CE3-FDB3-6EDBC6788D78}"/>
          </ac:spMkLst>
        </pc:spChg>
        <pc:spChg chg="mod">
          <ac:chgData name="TANG Tsz Chung" userId="a7e62957-3365-4efc-89ae-ec801da1dadc" providerId="ADAL" clId="{8BE527C1-7924-454D-976F-8496634A2EE3}" dt="2025-04-10T11:06:16.778" v="723" actId="1076"/>
          <ac:spMkLst>
            <pc:docMk/>
            <pc:sldMk cId="3235031591" sldId="279"/>
            <ac:spMk id="15" creationId="{9E509051-42BB-6078-5DA0-B5EC4DFD213E}"/>
          </ac:spMkLst>
        </pc:spChg>
        <pc:picChg chg="add mod">
          <ac:chgData name="TANG Tsz Chung" userId="a7e62957-3365-4efc-89ae-ec801da1dadc" providerId="ADAL" clId="{8BE527C1-7924-454D-976F-8496634A2EE3}" dt="2025-04-10T11:06:20.179" v="724" actId="1076"/>
          <ac:picMkLst>
            <pc:docMk/>
            <pc:sldMk cId="3235031591" sldId="279"/>
            <ac:picMk id="6" creationId="{B6641DD5-82E4-8D92-82AB-9657DC658CFD}"/>
          </ac:picMkLst>
        </pc:picChg>
        <pc:picChg chg="add mod">
          <ac:chgData name="TANG Tsz Chung" userId="a7e62957-3365-4efc-89ae-ec801da1dadc" providerId="ADAL" clId="{8BE527C1-7924-454D-976F-8496634A2EE3}" dt="2025-04-10T11:06:22.014" v="725" actId="1076"/>
          <ac:picMkLst>
            <pc:docMk/>
            <pc:sldMk cId="3235031591" sldId="279"/>
            <ac:picMk id="8" creationId="{F0796031-B918-10DF-0628-288E198636CB}"/>
          </ac:picMkLst>
        </pc:picChg>
        <pc:picChg chg="del mod">
          <ac:chgData name="TANG Tsz Chung" userId="a7e62957-3365-4efc-89ae-ec801da1dadc" providerId="ADAL" clId="{8BE527C1-7924-454D-976F-8496634A2EE3}" dt="2025-04-10T11:04:51.673" v="709" actId="478"/>
          <ac:picMkLst>
            <pc:docMk/>
            <pc:sldMk cId="3235031591" sldId="279"/>
            <ac:picMk id="9" creationId="{CDBA8298-FA5C-3EF0-3FFE-401C2F7EF428}"/>
          </ac:picMkLst>
        </pc:picChg>
        <pc:picChg chg="del">
          <ac:chgData name="TANG Tsz Chung" userId="a7e62957-3365-4efc-89ae-ec801da1dadc" providerId="ADAL" clId="{8BE527C1-7924-454D-976F-8496634A2EE3}" dt="2025-04-10T11:04:52.454" v="710" actId="478"/>
          <ac:picMkLst>
            <pc:docMk/>
            <pc:sldMk cId="3235031591" sldId="279"/>
            <ac:picMk id="11" creationId="{3B48ADBA-9159-ADD0-A7D1-F1E2A940A234}"/>
          </ac:picMkLst>
        </pc:picChg>
      </pc:sldChg>
      <pc:sldChg chg="add del">
        <pc:chgData name="TANG Tsz Chung" userId="a7e62957-3365-4efc-89ae-ec801da1dadc" providerId="ADAL" clId="{8BE527C1-7924-454D-976F-8496634A2EE3}" dt="2025-04-10T11:14:36.476" v="965" actId="2696"/>
        <pc:sldMkLst>
          <pc:docMk/>
          <pc:sldMk cId="450502969" sldId="280"/>
        </pc:sldMkLst>
      </pc:sldChg>
      <pc:sldChg chg="add del">
        <pc:chgData name="TANG Tsz Chung" userId="a7e62957-3365-4efc-89ae-ec801da1dadc" providerId="ADAL" clId="{8BE527C1-7924-454D-976F-8496634A2EE3}" dt="2025-04-10T11:14:33.598" v="963" actId="2696"/>
        <pc:sldMkLst>
          <pc:docMk/>
          <pc:sldMk cId="1518383316" sldId="280"/>
        </pc:sldMkLst>
      </pc:sldChg>
      <pc:sldChg chg="addSp delSp modSp add mod">
        <pc:chgData name="TANG Tsz Chung" userId="a7e62957-3365-4efc-89ae-ec801da1dadc" providerId="ADAL" clId="{8BE527C1-7924-454D-976F-8496634A2EE3}" dt="2025-04-10T11:22:51.223" v="1187" actId="20577"/>
        <pc:sldMkLst>
          <pc:docMk/>
          <pc:sldMk cId="1683989293" sldId="280"/>
        </pc:sldMkLst>
        <pc:spChg chg="mod">
          <ac:chgData name="TANG Tsz Chung" userId="a7e62957-3365-4efc-89ae-ec801da1dadc" providerId="ADAL" clId="{8BE527C1-7924-454D-976F-8496634A2EE3}" dt="2025-04-10T11:14:49.155" v="969" actId="20577"/>
          <ac:spMkLst>
            <pc:docMk/>
            <pc:sldMk cId="1683989293" sldId="280"/>
            <ac:spMk id="2" creationId="{EED233C2-6B68-5419-A532-7CF74773CCB0}"/>
          </ac:spMkLst>
        </pc:spChg>
        <pc:spChg chg="mod">
          <ac:chgData name="TANG Tsz Chung" userId="a7e62957-3365-4efc-89ae-ec801da1dadc" providerId="ADAL" clId="{8BE527C1-7924-454D-976F-8496634A2EE3}" dt="2025-04-10T11:22:51.223" v="1187" actId="20577"/>
          <ac:spMkLst>
            <pc:docMk/>
            <pc:sldMk cId="1683989293" sldId="280"/>
            <ac:spMk id="4" creationId="{F2E59273-BBB9-FA22-CBE9-DF8A1AB55B3F}"/>
          </ac:spMkLst>
        </pc:spChg>
        <pc:spChg chg="mod">
          <ac:chgData name="TANG Tsz Chung" userId="a7e62957-3365-4efc-89ae-ec801da1dadc" providerId="ADAL" clId="{8BE527C1-7924-454D-976F-8496634A2EE3}" dt="2025-04-10T11:15:30.610" v="985"/>
          <ac:spMkLst>
            <pc:docMk/>
            <pc:sldMk cId="1683989293" sldId="280"/>
            <ac:spMk id="5" creationId="{7F627886-1029-EEDC-BA44-A513C5254343}"/>
          </ac:spMkLst>
        </pc:spChg>
        <pc:spChg chg="mod">
          <ac:chgData name="TANG Tsz Chung" userId="a7e62957-3365-4efc-89ae-ec801da1dadc" providerId="ADAL" clId="{8BE527C1-7924-454D-976F-8496634A2EE3}" dt="2025-04-10T11:18:15.044" v="1055" actId="1076"/>
          <ac:spMkLst>
            <pc:docMk/>
            <pc:sldMk cId="1683989293" sldId="280"/>
            <ac:spMk id="14" creationId="{5241B1E4-E0DD-2173-EAB5-B33049EAEBD7}"/>
          </ac:spMkLst>
        </pc:spChg>
        <pc:spChg chg="mod">
          <ac:chgData name="TANG Tsz Chung" userId="a7e62957-3365-4efc-89ae-ec801da1dadc" providerId="ADAL" clId="{8BE527C1-7924-454D-976F-8496634A2EE3}" dt="2025-04-10T11:17:56.651" v="1029" actId="1076"/>
          <ac:spMkLst>
            <pc:docMk/>
            <pc:sldMk cId="1683989293" sldId="280"/>
            <ac:spMk id="15" creationId="{F2635FA3-F2EA-EE0B-7ADE-D744D812EDB7}"/>
          </ac:spMkLst>
        </pc:spChg>
        <pc:picChg chg="add mod">
          <ac:chgData name="TANG Tsz Chung" userId="a7e62957-3365-4efc-89ae-ec801da1dadc" providerId="ADAL" clId="{8BE527C1-7924-454D-976F-8496634A2EE3}" dt="2025-04-10T11:18:16.290" v="1056" actId="1076"/>
          <ac:picMkLst>
            <pc:docMk/>
            <pc:sldMk cId="1683989293" sldId="280"/>
            <ac:picMk id="6" creationId="{16228F89-B778-9EE8-2DAA-DE156C7129EC}"/>
          </ac:picMkLst>
        </pc:picChg>
        <pc:picChg chg="del">
          <ac:chgData name="TANG Tsz Chung" userId="a7e62957-3365-4efc-89ae-ec801da1dadc" providerId="ADAL" clId="{8BE527C1-7924-454D-976F-8496634A2EE3}" dt="2025-04-10T11:14:51.309" v="975" actId="478"/>
          <ac:picMkLst>
            <pc:docMk/>
            <pc:sldMk cId="1683989293" sldId="280"/>
            <ac:picMk id="7" creationId="{7E38E5EA-04BF-D314-6BFE-6AD37AC6E4E0}"/>
          </ac:picMkLst>
        </pc:picChg>
        <pc:picChg chg="add mod">
          <ac:chgData name="TANG Tsz Chung" userId="a7e62957-3365-4efc-89ae-ec801da1dadc" providerId="ADAL" clId="{8BE527C1-7924-454D-976F-8496634A2EE3}" dt="2025-04-10T11:17:35.309" v="1009" actId="1076"/>
          <ac:picMkLst>
            <pc:docMk/>
            <pc:sldMk cId="1683989293" sldId="280"/>
            <ac:picMk id="9" creationId="{966ECCD8-E901-7213-B636-6F47D651FEB5}"/>
          </ac:picMkLst>
        </pc:picChg>
        <pc:picChg chg="add del">
          <ac:chgData name="TANG Tsz Chung" userId="a7e62957-3365-4efc-89ae-ec801da1dadc" providerId="ADAL" clId="{8BE527C1-7924-454D-976F-8496634A2EE3}" dt="2025-04-10T11:18:25.679" v="1058" actId="22"/>
          <ac:picMkLst>
            <pc:docMk/>
            <pc:sldMk cId="1683989293" sldId="280"/>
            <ac:picMk id="11" creationId="{A7E2CED8-462F-2A3C-0527-4FCB1A2E3685}"/>
          </ac:picMkLst>
        </pc:picChg>
        <pc:picChg chg="del mod">
          <ac:chgData name="TANG Tsz Chung" userId="a7e62957-3365-4efc-89ae-ec801da1dadc" providerId="ADAL" clId="{8BE527C1-7924-454D-976F-8496634A2EE3}" dt="2025-04-10T11:14:50.798" v="974" actId="478"/>
          <ac:picMkLst>
            <pc:docMk/>
            <pc:sldMk cId="1683989293" sldId="280"/>
            <ac:picMk id="13" creationId="{8B6C148D-4128-FAFF-F6F4-208D9095451C}"/>
          </ac:picMkLst>
        </pc:picChg>
      </pc:sldChg>
      <pc:sldChg chg="add del">
        <pc:chgData name="TANG Tsz Chung" userId="a7e62957-3365-4efc-89ae-ec801da1dadc" providerId="ADAL" clId="{8BE527C1-7924-454D-976F-8496634A2EE3}" dt="2025-04-10T11:15:03.383" v="978" actId="2696"/>
        <pc:sldMkLst>
          <pc:docMk/>
          <pc:sldMk cId="2336679025" sldId="281"/>
        </pc:sldMkLst>
      </pc:sldChg>
      <pc:sldChg chg="addSp delSp modSp add mod">
        <pc:chgData name="TANG Tsz Chung" userId="a7e62957-3365-4efc-89ae-ec801da1dadc" providerId="ADAL" clId="{8BE527C1-7924-454D-976F-8496634A2EE3}" dt="2025-04-10T17:37:40.952" v="1551" actId="20577"/>
        <pc:sldMkLst>
          <pc:docMk/>
          <pc:sldMk cId="3986882889" sldId="281"/>
        </pc:sldMkLst>
        <pc:spChg chg="mod">
          <ac:chgData name="TANG Tsz Chung" userId="a7e62957-3365-4efc-89ae-ec801da1dadc" providerId="ADAL" clId="{8BE527C1-7924-454D-976F-8496634A2EE3}" dt="2025-04-10T11:15:10.766" v="980" actId="20577"/>
          <ac:spMkLst>
            <pc:docMk/>
            <pc:sldMk cId="3986882889" sldId="281"/>
            <ac:spMk id="2" creationId="{98DD2853-B06F-8B61-3884-F48CBCC4DFB1}"/>
          </ac:spMkLst>
        </pc:spChg>
        <pc:spChg chg="mod">
          <ac:chgData name="TANG Tsz Chung" userId="a7e62957-3365-4efc-89ae-ec801da1dadc" providerId="ADAL" clId="{8BE527C1-7924-454D-976F-8496634A2EE3}" dt="2025-04-10T17:37:40.952" v="1551" actId="20577"/>
          <ac:spMkLst>
            <pc:docMk/>
            <pc:sldMk cId="3986882889" sldId="281"/>
            <ac:spMk id="4" creationId="{CFEC071F-DB8C-C0CE-5D0F-121DFAB29F31}"/>
          </ac:spMkLst>
        </pc:spChg>
        <pc:spChg chg="mod">
          <ac:chgData name="TANG Tsz Chung" userId="a7e62957-3365-4efc-89ae-ec801da1dadc" providerId="ADAL" clId="{8BE527C1-7924-454D-976F-8496634A2EE3}" dt="2025-04-10T11:23:12.872" v="1189"/>
          <ac:spMkLst>
            <pc:docMk/>
            <pc:sldMk cId="3986882889" sldId="281"/>
            <ac:spMk id="5" creationId="{E2ACF301-8495-B4EB-63B8-77BC53BABD41}"/>
          </ac:spMkLst>
        </pc:spChg>
        <pc:spChg chg="mod">
          <ac:chgData name="TANG Tsz Chung" userId="a7e62957-3365-4efc-89ae-ec801da1dadc" providerId="ADAL" clId="{8BE527C1-7924-454D-976F-8496634A2EE3}" dt="2025-04-10T11:29:02.923" v="1215" actId="20577"/>
          <ac:spMkLst>
            <pc:docMk/>
            <pc:sldMk cId="3986882889" sldId="281"/>
            <ac:spMk id="15" creationId="{D57B2085-2725-1F11-BB47-72FADA90AF7B}"/>
          </ac:spMkLst>
        </pc:spChg>
        <pc:picChg chg="add del mod">
          <ac:chgData name="TANG Tsz Chung" userId="a7e62957-3365-4efc-89ae-ec801da1dadc" providerId="ADAL" clId="{8BE527C1-7924-454D-976F-8496634A2EE3}" dt="2025-04-10T11:28:14.551" v="1193" actId="478"/>
          <ac:picMkLst>
            <pc:docMk/>
            <pc:sldMk cId="3986882889" sldId="281"/>
            <ac:picMk id="6" creationId="{FFDDC79D-4B81-95D1-FD85-5212AF8D218C}"/>
          </ac:picMkLst>
        </pc:picChg>
        <pc:picChg chg="del">
          <ac:chgData name="TANG Tsz Chung" userId="a7e62957-3365-4efc-89ae-ec801da1dadc" providerId="ADAL" clId="{8BE527C1-7924-454D-976F-8496634A2EE3}" dt="2025-04-10T11:15:12.535" v="982" actId="478"/>
          <ac:picMkLst>
            <pc:docMk/>
            <pc:sldMk cId="3986882889" sldId="281"/>
            <ac:picMk id="7" creationId="{8AC70825-68BC-07E5-24C2-23A034B25BCC}"/>
          </ac:picMkLst>
        </pc:picChg>
        <pc:picChg chg="add del mod">
          <ac:chgData name="TANG Tsz Chung" userId="a7e62957-3365-4efc-89ae-ec801da1dadc" providerId="ADAL" clId="{8BE527C1-7924-454D-976F-8496634A2EE3}" dt="2025-04-10T11:28:48.467" v="1202" actId="478"/>
          <ac:picMkLst>
            <pc:docMk/>
            <pc:sldMk cId="3986882889" sldId="281"/>
            <ac:picMk id="9" creationId="{A3FE3EA4-47FE-CF74-4546-19A8EA70C0FF}"/>
          </ac:picMkLst>
        </pc:picChg>
        <pc:picChg chg="add mod">
          <ac:chgData name="TANG Tsz Chung" userId="a7e62957-3365-4efc-89ae-ec801da1dadc" providerId="ADAL" clId="{8BE527C1-7924-454D-976F-8496634A2EE3}" dt="2025-04-10T17:12:28.186" v="1323" actId="1076"/>
          <ac:picMkLst>
            <pc:docMk/>
            <pc:sldMk cId="3986882889" sldId="281"/>
            <ac:picMk id="11" creationId="{63557B2B-FFA5-ACD9-74A5-CD874AE6105E}"/>
          </ac:picMkLst>
        </pc:picChg>
        <pc:picChg chg="del">
          <ac:chgData name="TANG Tsz Chung" userId="a7e62957-3365-4efc-89ae-ec801da1dadc" providerId="ADAL" clId="{8BE527C1-7924-454D-976F-8496634A2EE3}" dt="2025-04-10T11:15:11.877" v="981" actId="478"/>
          <ac:picMkLst>
            <pc:docMk/>
            <pc:sldMk cId="3986882889" sldId="281"/>
            <ac:picMk id="13" creationId="{34AD2605-F7C0-35FB-89F9-87041BC4D0FD}"/>
          </ac:picMkLst>
        </pc:picChg>
        <pc:picChg chg="add mod">
          <ac:chgData name="TANG Tsz Chung" userId="a7e62957-3365-4efc-89ae-ec801da1dadc" providerId="ADAL" clId="{8BE527C1-7924-454D-976F-8496634A2EE3}" dt="2025-04-10T11:29:22.724" v="1218" actId="1076"/>
          <ac:picMkLst>
            <pc:docMk/>
            <pc:sldMk cId="3986882889" sldId="281"/>
            <ac:picMk id="16" creationId="{27546288-0C8C-3C00-3EBB-07B61A0B07FC}"/>
          </ac:picMkLst>
        </pc:picChg>
      </pc:sldChg>
      <pc:sldChg chg="addSp delSp modSp mod">
        <pc:chgData name="TANG Tsz Chung" userId="a7e62957-3365-4efc-89ae-ec801da1dadc" providerId="ADAL" clId="{8BE527C1-7924-454D-976F-8496634A2EE3}" dt="2025-04-10T19:34:37.342" v="2724" actId="1076"/>
        <pc:sldMkLst>
          <pc:docMk/>
          <pc:sldMk cId="3609148977" sldId="286"/>
        </pc:sldMkLst>
        <pc:spChg chg="mod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2" creationId="{2DE10A78-455E-86FC-D893-1AC3B21DAF75}"/>
          </ac:spMkLst>
        </pc:spChg>
        <pc:spChg chg="del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10" creationId="{0CABCAE3-64FC-4149-819F-2C1812824154}"/>
          </ac:spMkLst>
        </pc:spChg>
        <pc:spChg chg="del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18" creationId="{D0712110-0BC1-4B31-B3BB-63B44222E87F}"/>
          </ac:spMkLst>
        </pc:spChg>
        <pc:spChg chg="del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20" creationId="{4466B5F3-C053-4580-B04A-1EF949888280}"/>
          </ac:spMkLst>
        </pc:spChg>
        <pc:spChg chg="add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1031" creationId="{EEA869E1-F851-4A52-92F5-77E592B76A5B}"/>
          </ac:spMkLst>
        </pc:spChg>
        <pc:spChg chg="add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1039" creationId="{BBBF8107-6175-42D9-ADD9-CE38772F02BF}"/>
          </ac:spMkLst>
        </pc:spChg>
        <pc:spChg chg="add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1041" creationId="{AD21C6EA-BBE8-4E7E-B86E-CAE4245C4593}"/>
          </ac:spMkLst>
        </pc:spChg>
        <pc:spChg chg="add">
          <ac:chgData name="TANG Tsz Chung" userId="a7e62957-3365-4efc-89ae-ec801da1dadc" providerId="ADAL" clId="{8BE527C1-7924-454D-976F-8496634A2EE3}" dt="2025-04-10T17:44:18.256" v="1615" actId="26606"/>
          <ac:spMkLst>
            <pc:docMk/>
            <pc:sldMk cId="3609148977" sldId="286"/>
            <ac:spMk id="1047" creationId="{F1A46C47-E493-4059-8069-C9D95CAF33B6}"/>
          </ac:spMkLst>
        </pc:spChg>
        <pc:picChg chg="mod">
          <ac:chgData name="TANG Tsz Chung" userId="a7e62957-3365-4efc-89ae-ec801da1dadc" providerId="ADAL" clId="{8BE527C1-7924-454D-976F-8496634A2EE3}" dt="2025-04-10T19:34:37.342" v="2724" actId="1076"/>
          <ac:picMkLst>
            <pc:docMk/>
            <pc:sldMk cId="3609148977" sldId="286"/>
            <ac:picMk id="7" creationId="{D44249BE-1031-F7C4-65E4-52810AF17E22}"/>
          </ac:picMkLst>
        </pc:picChg>
        <pc:picChg chg="del">
          <ac:chgData name="TANG Tsz Chung" userId="a7e62957-3365-4efc-89ae-ec801da1dadc" providerId="ADAL" clId="{8BE527C1-7924-454D-976F-8496634A2EE3}" dt="2025-04-10T17:44:18.256" v="1615" actId="26606"/>
          <ac:picMkLst>
            <pc:docMk/>
            <pc:sldMk cId="3609148977" sldId="286"/>
            <ac:picMk id="12" creationId="{012FDCFE-9AD2-4D8A-8CBF-B3AA37EBF6DD}"/>
          </ac:picMkLst>
        </pc:picChg>
        <pc:picChg chg="add mod">
          <ac:chgData name="TANG Tsz Chung" userId="a7e62957-3365-4efc-89ae-ec801da1dadc" providerId="ADAL" clId="{8BE527C1-7924-454D-976F-8496634A2EE3}" dt="2025-04-10T19:34:34.736" v="2723" actId="1076"/>
          <ac:picMkLst>
            <pc:docMk/>
            <pc:sldMk cId="3609148977" sldId="286"/>
            <ac:picMk id="1026" creationId="{0EC073C8-59EE-8109-545B-E9F181465200}"/>
          </ac:picMkLst>
        </pc:picChg>
        <pc:picChg chg="add">
          <ac:chgData name="TANG Tsz Chung" userId="a7e62957-3365-4efc-89ae-ec801da1dadc" providerId="ADAL" clId="{8BE527C1-7924-454D-976F-8496634A2EE3}" dt="2025-04-10T17:44:18.256" v="1615" actId="26606"/>
          <ac:picMkLst>
            <pc:docMk/>
            <pc:sldMk cId="3609148977" sldId="286"/>
            <ac:picMk id="1033" creationId="{B083AD55-8296-44BD-8E14-DD2DDBC351B0}"/>
          </ac:picMkLst>
        </pc:picChg>
      </pc:sldChg>
      <pc:sldChg chg="modSp mod">
        <pc:chgData name="TANG Tsz Chung" userId="a7e62957-3365-4efc-89ae-ec801da1dadc" providerId="ADAL" clId="{8BE527C1-7924-454D-976F-8496634A2EE3}" dt="2025-04-10T19:34:52.541" v="2726" actId="255"/>
        <pc:sldMkLst>
          <pc:docMk/>
          <pc:sldMk cId="944322270" sldId="289"/>
        </pc:sldMkLst>
        <pc:spChg chg="mod">
          <ac:chgData name="TANG Tsz Chung" userId="a7e62957-3365-4efc-89ae-ec801da1dadc" providerId="ADAL" clId="{8BE527C1-7924-454D-976F-8496634A2EE3}" dt="2025-04-10T19:34:52.541" v="2726" actId="255"/>
          <ac:spMkLst>
            <pc:docMk/>
            <pc:sldMk cId="944322270" sldId="289"/>
            <ac:spMk id="3" creationId="{CA35D7C7-52A6-FF08-7660-DB3B3C233DC1}"/>
          </ac:spMkLst>
        </pc:spChg>
      </pc:sldChg>
      <pc:sldChg chg="modSp mod">
        <pc:chgData name="TANG Tsz Chung" userId="a7e62957-3365-4efc-89ae-ec801da1dadc" providerId="ADAL" clId="{8BE527C1-7924-454D-976F-8496634A2EE3}" dt="2025-04-10T18:37:53.577" v="1770" actId="113"/>
        <pc:sldMkLst>
          <pc:docMk/>
          <pc:sldMk cId="795140429" sldId="295"/>
        </pc:sldMkLst>
        <pc:spChg chg="mod">
          <ac:chgData name="TANG Tsz Chung" userId="a7e62957-3365-4efc-89ae-ec801da1dadc" providerId="ADAL" clId="{8BE527C1-7924-454D-976F-8496634A2EE3}" dt="2025-04-10T18:37:53.577" v="1770" actId="113"/>
          <ac:spMkLst>
            <pc:docMk/>
            <pc:sldMk cId="795140429" sldId="295"/>
            <ac:spMk id="4" creationId="{8C111BA0-AA16-E25A-6164-28F0CA64CEBE}"/>
          </ac:spMkLst>
        </pc:spChg>
        <pc:picChg chg="mod">
          <ac:chgData name="TANG Tsz Chung" userId="a7e62957-3365-4efc-89ae-ec801da1dadc" providerId="ADAL" clId="{8BE527C1-7924-454D-976F-8496634A2EE3}" dt="2025-04-10T18:09:58.374" v="1722" actId="1076"/>
          <ac:picMkLst>
            <pc:docMk/>
            <pc:sldMk cId="795140429" sldId="295"/>
            <ac:picMk id="6" creationId="{792CF864-347B-A777-C5AA-488373576918}"/>
          </ac:picMkLst>
        </pc:picChg>
      </pc:sldChg>
      <pc:sldChg chg="addSp delSp modSp mod">
        <pc:chgData name="TANG Tsz Chung" userId="a7e62957-3365-4efc-89ae-ec801da1dadc" providerId="ADAL" clId="{8BE527C1-7924-454D-976F-8496634A2EE3}" dt="2025-04-10T19:09:27.006" v="2165" actId="20577"/>
        <pc:sldMkLst>
          <pc:docMk/>
          <pc:sldMk cId="3490295512" sldId="296"/>
        </pc:sldMkLst>
        <pc:spChg chg="mod">
          <ac:chgData name="TANG Tsz Chung" userId="a7e62957-3365-4efc-89ae-ec801da1dadc" providerId="ADAL" clId="{8BE527C1-7924-454D-976F-8496634A2EE3}" dt="2025-04-10T19:09:27.006" v="2165" actId="20577"/>
          <ac:spMkLst>
            <pc:docMk/>
            <pc:sldMk cId="3490295512" sldId="296"/>
            <ac:spMk id="4" creationId="{E4607D7A-0C8E-49CA-4191-D66F5C04EACC}"/>
          </ac:spMkLst>
        </pc:spChg>
        <pc:spChg chg="add">
          <ac:chgData name="TANG Tsz Chung" userId="a7e62957-3365-4efc-89ae-ec801da1dadc" providerId="ADAL" clId="{8BE527C1-7924-454D-976F-8496634A2EE3}" dt="2025-04-10T19:08:18.335" v="2120"/>
          <ac:spMkLst>
            <pc:docMk/>
            <pc:sldMk cId="3490295512" sldId="296"/>
            <ac:spMk id="12" creationId="{8C749E71-3DCA-EC50-A6CF-8D59321EF646}"/>
          </ac:spMkLst>
        </pc:spChg>
        <pc:spChg chg="mod">
          <ac:chgData name="TANG Tsz Chung" userId="a7e62957-3365-4efc-89ae-ec801da1dadc" providerId="ADAL" clId="{8BE527C1-7924-454D-976F-8496634A2EE3}" dt="2025-04-10T17:39:46.791" v="1587" actId="20577"/>
          <ac:spMkLst>
            <pc:docMk/>
            <pc:sldMk cId="3490295512" sldId="296"/>
            <ac:spMk id="15" creationId="{3F76129E-C0F7-D032-7E9F-14FF6068215B}"/>
          </ac:spMkLst>
        </pc:spChg>
        <pc:picChg chg="del">
          <ac:chgData name="TANG Tsz Chung" userId="a7e62957-3365-4efc-89ae-ec801da1dadc" providerId="ADAL" clId="{8BE527C1-7924-454D-976F-8496634A2EE3}" dt="2025-04-10T17:39:58.019" v="1588" actId="478"/>
          <ac:picMkLst>
            <pc:docMk/>
            <pc:sldMk cId="3490295512" sldId="296"/>
            <ac:picMk id="7" creationId="{D143A967-EC82-F889-E0C3-3E8F180A5843}"/>
          </ac:picMkLst>
        </pc:picChg>
        <pc:picChg chg="del mod">
          <ac:chgData name="TANG Tsz Chung" userId="a7e62957-3365-4efc-89ae-ec801da1dadc" providerId="ADAL" clId="{8BE527C1-7924-454D-976F-8496634A2EE3}" dt="2025-04-10T17:39:19.414" v="1556" actId="478"/>
          <ac:picMkLst>
            <pc:docMk/>
            <pc:sldMk cId="3490295512" sldId="296"/>
            <ac:picMk id="8" creationId="{6F041423-AF8B-3BAB-B103-573AE4770E65}"/>
          </ac:picMkLst>
        </pc:picChg>
        <pc:picChg chg="add mod">
          <ac:chgData name="TANG Tsz Chung" userId="a7e62957-3365-4efc-89ae-ec801da1dadc" providerId="ADAL" clId="{8BE527C1-7924-454D-976F-8496634A2EE3}" dt="2025-04-10T17:39:21.406" v="1558" actId="1076"/>
          <ac:picMkLst>
            <pc:docMk/>
            <pc:sldMk cId="3490295512" sldId="296"/>
            <ac:picMk id="10" creationId="{99C4DC82-5CC8-F52A-9B97-01CA5A8AC5B2}"/>
          </ac:picMkLst>
        </pc:picChg>
      </pc:sldChg>
      <pc:sldChg chg="addSp delSp modSp mod">
        <pc:chgData name="TANG Tsz Chung" userId="a7e62957-3365-4efc-89ae-ec801da1dadc" providerId="ADAL" clId="{8BE527C1-7924-454D-976F-8496634A2EE3}" dt="2025-04-10T19:26:19.945" v="2375" actId="20577"/>
        <pc:sldMkLst>
          <pc:docMk/>
          <pc:sldMk cId="1636604630" sldId="297"/>
        </pc:sldMkLst>
        <pc:spChg chg="mod">
          <ac:chgData name="TANG Tsz Chung" userId="a7e62957-3365-4efc-89ae-ec801da1dadc" providerId="ADAL" clId="{8BE527C1-7924-454D-976F-8496634A2EE3}" dt="2025-04-10T19:26:19.945" v="2375" actId="20577"/>
          <ac:spMkLst>
            <pc:docMk/>
            <pc:sldMk cId="1636604630" sldId="297"/>
            <ac:spMk id="4" creationId="{DA4EFE2F-5212-87A5-F4F7-563D5DEA9016}"/>
          </ac:spMkLst>
        </pc:spChg>
        <pc:spChg chg="mod">
          <ac:chgData name="TANG Tsz Chung" userId="a7e62957-3365-4efc-89ae-ec801da1dadc" providerId="ADAL" clId="{8BE527C1-7924-454D-976F-8496634A2EE3}" dt="2025-04-10T19:21:19.642" v="2221" actId="20577"/>
          <ac:spMkLst>
            <pc:docMk/>
            <pc:sldMk cId="1636604630" sldId="297"/>
            <ac:spMk id="15" creationId="{5AFC535A-A945-F91D-04C5-CF10EFAE7392}"/>
          </ac:spMkLst>
        </pc:spChg>
        <pc:picChg chg="del">
          <ac:chgData name="TANG Tsz Chung" userId="a7e62957-3365-4efc-89ae-ec801da1dadc" providerId="ADAL" clId="{8BE527C1-7924-454D-976F-8496634A2EE3}" dt="2025-04-10T19:12:45.789" v="2167" actId="478"/>
          <ac:picMkLst>
            <pc:docMk/>
            <pc:sldMk cId="1636604630" sldId="297"/>
            <ac:picMk id="6" creationId="{8B9888C8-AB4D-A5BE-782B-63C4E0AA9F53}"/>
          </ac:picMkLst>
        </pc:picChg>
        <pc:picChg chg="add mod">
          <ac:chgData name="TANG Tsz Chung" userId="a7e62957-3365-4efc-89ae-ec801da1dadc" providerId="ADAL" clId="{8BE527C1-7924-454D-976F-8496634A2EE3}" dt="2025-04-10T19:12:56.846" v="2175" actId="14100"/>
          <ac:picMkLst>
            <pc:docMk/>
            <pc:sldMk cId="1636604630" sldId="297"/>
            <ac:picMk id="8" creationId="{12CCC6D4-8103-05F5-B5D6-CA91D6E06CA7}"/>
          </ac:picMkLst>
        </pc:picChg>
      </pc:sldChg>
      <pc:sldChg chg="modSp mod">
        <pc:chgData name="TANG Tsz Chung" userId="a7e62957-3365-4efc-89ae-ec801da1dadc" providerId="ADAL" clId="{8BE527C1-7924-454D-976F-8496634A2EE3}" dt="2025-04-10T19:29:50.065" v="2469" actId="113"/>
        <pc:sldMkLst>
          <pc:docMk/>
          <pc:sldMk cId="1333446879" sldId="298"/>
        </pc:sldMkLst>
        <pc:spChg chg="mod">
          <ac:chgData name="TANG Tsz Chung" userId="a7e62957-3365-4efc-89ae-ec801da1dadc" providerId="ADAL" clId="{8BE527C1-7924-454D-976F-8496634A2EE3}" dt="2025-04-10T19:29:50.065" v="2469" actId="113"/>
          <ac:spMkLst>
            <pc:docMk/>
            <pc:sldMk cId="1333446879" sldId="298"/>
            <ac:spMk id="4" creationId="{0F8D665C-7554-6BEE-EE1A-D38F5F50AE35}"/>
          </ac:spMkLst>
        </pc:spChg>
        <pc:spChg chg="mod">
          <ac:chgData name="TANG Tsz Chung" userId="a7e62957-3365-4efc-89ae-ec801da1dadc" providerId="ADAL" clId="{8BE527C1-7924-454D-976F-8496634A2EE3}" dt="2025-04-10T19:26:33.352" v="2378" actId="20577"/>
          <ac:spMkLst>
            <pc:docMk/>
            <pc:sldMk cId="1333446879" sldId="298"/>
            <ac:spMk id="5" creationId="{82FCC573-7326-7A5D-C84F-E61BAA1ADB9D}"/>
          </ac:spMkLst>
        </pc:spChg>
      </pc:sldChg>
      <pc:sldChg chg="addSp delSp modSp mod">
        <pc:chgData name="TANG Tsz Chung" userId="a7e62957-3365-4efc-89ae-ec801da1dadc" providerId="ADAL" clId="{8BE527C1-7924-454D-976F-8496634A2EE3}" dt="2025-04-10T19:34:27.212" v="2720" actId="20577"/>
        <pc:sldMkLst>
          <pc:docMk/>
          <pc:sldMk cId="3057906716" sldId="299"/>
        </pc:sldMkLst>
        <pc:spChg chg="mod">
          <ac:chgData name="TANG Tsz Chung" userId="a7e62957-3365-4efc-89ae-ec801da1dadc" providerId="ADAL" clId="{8BE527C1-7924-454D-976F-8496634A2EE3}" dt="2025-04-10T19:34:27.212" v="2720" actId="20577"/>
          <ac:spMkLst>
            <pc:docMk/>
            <pc:sldMk cId="3057906716" sldId="299"/>
            <ac:spMk id="4" creationId="{7CF7BFCD-323C-D7B7-9171-F96CCD98FB76}"/>
          </ac:spMkLst>
        </pc:spChg>
        <pc:picChg chg="del mod">
          <ac:chgData name="TANG Tsz Chung" userId="a7e62957-3365-4efc-89ae-ec801da1dadc" providerId="ADAL" clId="{8BE527C1-7924-454D-976F-8496634A2EE3}" dt="2025-04-10T19:32:28.030" v="2593" actId="478"/>
          <ac:picMkLst>
            <pc:docMk/>
            <pc:sldMk cId="3057906716" sldId="299"/>
            <ac:picMk id="3" creationId="{6ECB805D-27B0-503C-40B5-BC2AE35BE2C4}"/>
          </ac:picMkLst>
        </pc:picChg>
        <pc:picChg chg="add mod">
          <ac:chgData name="TANG Tsz Chung" userId="a7e62957-3365-4efc-89ae-ec801da1dadc" providerId="ADAL" clId="{8BE527C1-7924-454D-976F-8496634A2EE3}" dt="2025-04-10T19:32:30.461" v="2595" actId="1076"/>
          <ac:picMkLst>
            <pc:docMk/>
            <pc:sldMk cId="3057906716" sldId="299"/>
            <ac:picMk id="8" creationId="{C0A15CC7-EBF2-5D5A-80BA-9501C2A49D93}"/>
          </ac:picMkLst>
        </pc:picChg>
      </pc:sldChg>
      <pc:sldChg chg="delSp modSp add mod">
        <pc:chgData name="TANG Tsz Chung" userId="a7e62957-3365-4efc-89ae-ec801da1dadc" providerId="ADAL" clId="{8BE527C1-7924-454D-976F-8496634A2EE3}" dt="2025-04-10T17:43:50.878" v="1611" actId="14100"/>
        <pc:sldMkLst>
          <pc:docMk/>
          <pc:sldMk cId="2960466811" sldId="302"/>
        </pc:sldMkLst>
        <pc:spChg chg="mod">
          <ac:chgData name="TANG Tsz Chung" userId="a7e62957-3365-4efc-89ae-ec801da1dadc" providerId="ADAL" clId="{8BE527C1-7924-454D-976F-8496634A2EE3}" dt="2025-04-10T17:43:50.878" v="1611" actId="14100"/>
          <ac:spMkLst>
            <pc:docMk/>
            <pc:sldMk cId="2960466811" sldId="302"/>
            <ac:spMk id="5" creationId="{951863E0-549E-AFFF-EDAF-F732423B667A}"/>
          </ac:spMkLst>
        </pc:spChg>
        <pc:picChg chg="del">
          <ac:chgData name="TANG Tsz Chung" userId="a7e62957-3365-4efc-89ae-ec801da1dadc" providerId="ADAL" clId="{8BE527C1-7924-454D-976F-8496634A2EE3}" dt="2025-04-10T17:38:53.021" v="1554" actId="478"/>
          <ac:picMkLst>
            <pc:docMk/>
            <pc:sldMk cId="2960466811" sldId="302"/>
            <ac:picMk id="3" creationId="{2748A071-2A0B-63A9-BC4A-AF6A9FF24EDD}"/>
          </ac:picMkLst>
        </pc:picChg>
        <pc:picChg chg="del">
          <ac:chgData name="TANG Tsz Chung" userId="a7e62957-3365-4efc-89ae-ec801da1dadc" providerId="ADAL" clId="{8BE527C1-7924-454D-976F-8496634A2EE3}" dt="2025-04-10T17:38:53.663" v="1555" actId="478"/>
          <ac:picMkLst>
            <pc:docMk/>
            <pc:sldMk cId="2960466811" sldId="302"/>
            <ac:picMk id="6" creationId="{51455B11-3AB1-81C4-4E66-F4DDD6C53BA4}"/>
          </ac:picMkLst>
        </pc:picChg>
      </pc:sldChg>
    </pc:docChg>
  </pc:docChgLst>
  <pc:docChgLst>
    <pc:chgData name="HO Ming Pak" userId="S::24021745a@common.cpce-polyu.edu.hk::dff67b3a-6906-4e5b-a9b4-5f6ac34e2ac2" providerId="AD" clId="Web-{865989BD-8A20-D1D8-9121-CAEBD8AA6E76}"/>
    <pc:docChg chg="addSld">
      <pc:chgData name="HO Ming Pak" userId="S::24021745a@common.cpce-polyu.edu.hk::dff67b3a-6906-4e5b-a9b4-5f6ac34e2ac2" providerId="AD" clId="Web-{865989BD-8A20-D1D8-9121-CAEBD8AA6E76}" dt="2025-04-09T15:20:45.583" v="0"/>
      <pc:docMkLst>
        <pc:docMk/>
      </pc:docMkLst>
      <pc:sldChg chg="new">
        <pc:chgData name="HO Ming Pak" userId="S::24021745a@common.cpce-polyu.edu.hk::dff67b3a-6906-4e5b-a9b4-5f6ac34e2ac2" providerId="AD" clId="Web-{865989BD-8A20-D1D8-9121-CAEBD8AA6E76}" dt="2025-04-09T15:20:45.583" v="0"/>
        <pc:sldMkLst>
          <pc:docMk/>
          <pc:sldMk cId="2508981813" sldId="259"/>
        </pc:sldMkLst>
      </pc:sldChg>
    </pc:docChg>
  </pc:docChgLst>
  <pc:docChgLst>
    <pc:chgData name="WONG Yat To Watson" userId="S::24019633a@common.cpce-polyu.edu.hk::4cb7a5d5-9ff2-4c4d-9e92-17bab1a7aa47" providerId="AD" clId="Web-{AE8FE858-8718-A2BD-E5F1-FDA60AC7F164}"/>
    <pc:docChg chg="addSld modSld sldOrd">
      <pc:chgData name="WONG Yat To Watson" userId="S::24019633a@common.cpce-polyu.edu.hk::4cb7a5d5-9ff2-4c4d-9e92-17bab1a7aa47" providerId="AD" clId="Web-{AE8FE858-8718-A2BD-E5F1-FDA60AC7F164}" dt="2025-04-11T06:30:07.597" v="232" actId="1076"/>
      <pc:docMkLst>
        <pc:docMk/>
      </pc:docMkLst>
      <pc:sldChg chg="addSp delSp modSp">
        <pc:chgData name="WONG Yat To Watson" userId="S::24019633a@common.cpce-polyu.edu.hk::4cb7a5d5-9ff2-4c4d-9e92-17bab1a7aa47" providerId="AD" clId="Web-{AE8FE858-8718-A2BD-E5F1-FDA60AC7F164}" dt="2025-04-11T06:29:52.659" v="229" actId="14100"/>
        <pc:sldMkLst>
          <pc:docMk/>
          <pc:sldMk cId="1483915679" sldId="290"/>
        </pc:sldMkLst>
        <pc:picChg chg="del">
          <ac:chgData name="WONG Yat To Watson" userId="S::24019633a@common.cpce-polyu.edu.hk::4cb7a5d5-9ff2-4c4d-9e92-17bab1a7aa47" providerId="AD" clId="Web-{AE8FE858-8718-A2BD-E5F1-FDA60AC7F164}" dt="2025-04-11T06:29:34.705" v="225"/>
          <ac:picMkLst>
            <pc:docMk/>
            <pc:sldMk cId="1483915679" sldId="290"/>
            <ac:picMk id="4" creationId="{6AEFD03E-2A93-602E-0A99-C4BC94401E05}"/>
          </ac:picMkLst>
        </pc:picChg>
        <pc:picChg chg="add mod">
          <ac:chgData name="WONG Yat To Watson" userId="S::24019633a@common.cpce-polyu.edu.hk::4cb7a5d5-9ff2-4c4d-9e92-17bab1a7aa47" providerId="AD" clId="Web-{AE8FE858-8718-A2BD-E5F1-FDA60AC7F164}" dt="2025-04-11T06:29:52.659" v="229" actId="14100"/>
          <ac:picMkLst>
            <pc:docMk/>
            <pc:sldMk cId="1483915679" sldId="290"/>
            <ac:picMk id="5" creationId="{C1ADC22D-9141-62E1-284C-58CDC9894304}"/>
          </ac:picMkLst>
        </pc:picChg>
      </pc:sldChg>
      <pc:sldChg chg="addSp delSp modSp">
        <pc:chgData name="WONG Yat To Watson" userId="S::24019633a@common.cpce-polyu.edu.hk::4cb7a5d5-9ff2-4c4d-9e92-17bab1a7aa47" providerId="AD" clId="Web-{AE8FE858-8718-A2BD-E5F1-FDA60AC7F164}" dt="2025-04-11T06:30:07.597" v="232" actId="1076"/>
        <pc:sldMkLst>
          <pc:docMk/>
          <pc:sldMk cId="2085619321" sldId="294"/>
        </pc:sldMkLst>
        <pc:spChg chg="add del mod">
          <ac:chgData name="WONG Yat To Watson" userId="S::24019633a@common.cpce-polyu.edu.hk::4cb7a5d5-9ff2-4c4d-9e92-17bab1a7aa47" providerId="AD" clId="Web-{AE8FE858-8718-A2BD-E5F1-FDA60AC7F164}" dt="2025-04-11T06:30:05.097" v="231"/>
          <ac:spMkLst>
            <pc:docMk/>
            <pc:sldMk cId="2085619321" sldId="294"/>
            <ac:spMk id="4" creationId="{A694272E-0C99-21CF-AF16-605573D4CE18}"/>
          </ac:spMkLst>
        </pc:spChg>
        <pc:picChg chg="add mod ord">
          <ac:chgData name="WONG Yat To Watson" userId="S::24019633a@common.cpce-polyu.edu.hk::4cb7a5d5-9ff2-4c4d-9e92-17bab1a7aa47" providerId="AD" clId="Web-{AE8FE858-8718-A2BD-E5F1-FDA60AC7F164}" dt="2025-04-11T06:30:07.597" v="232" actId="1076"/>
          <ac:picMkLst>
            <pc:docMk/>
            <pc:sldMk cId="2085619321" sldId="294"/>
            <ac:picMk id="5" creationId="{EB94BA37-0F0C-348B-0BC3-8A408E5E0D8F}"/>
          </ac:picMkLst>
        </pc:picChg>
        <pc:picChg chg="del">
          <ac:chgData name="WONG Yat To Watson" userId="S::24019633a@common.cpce-polyu.edu.hk::4cb7a5d5-9ff2-4c4d-9e92-17bab1a7aa47" providerId="AD" clId="Web-{AE8FE858-8718-A2BD-E5F1-FDA60AC7F164}" dt="2025-04-11T06:29:59.987" v="230"/>
          <ac:picMkLst>
            <pc:docMk/>
            <pc:sldMk cId="2085619321" sldId="294"/>
            <ac:picMk id="6" creationId="{3969719B-238F-FB2D-2EA6-70625002CA6E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AE8FE858-8718-A2BD-E5F1-FDA60AC7F164}" dt="2025-04-11T06:13:47.551" v="118" actId="20577"/>
        <pc:sldMkLst>
          <pc:docMk/>
          <pc:sldMk cId="1618943420" sldId="305"/>
        </pc:sldMkLst>
        <pc:spChg chg="mod">
          <ac:chgData name="WONG Yat To Watson" userId="S::24019633a@common.cpce-polyu.edu.hk::4cb7a5d5-9ff2-4c4d-9e92-17bab1a7aa47" providerId="AD" clId="Web-{AE8FE858-8718-A2BD-E5F1-FDA60AC7F164}" dt="2025-04-11T06:10:32.686" v="72" actId="20577"/>
          <ac:spMkLst>
            <pc:docMk/>
            <pc:sldMk cId="1618943420" sldId="305"/>
            <ac:spMk id="2" creationId="{CDAD3F1F-C6DB-2966-5C90-772865E0C24B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13:47.551" v="118" actId="20577"/>
          <ac:spMkLst>
            <pc:docMk/>
            <pc:sldMk cId="1618943420" sldId="305"/>
            <ac:spMk id="4" creationId="{EB0F2724-7A38-C267-86A7-4D2CC974A978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11:24.797" v="88" actId="20577"/>
          <ac:spMkLst>
            <pc:docMk/>
            <pc:sldMk cId="1618943420" sldId="305"/>
            <ac:spMk id="5" creationId="{07CAE2BC-EE8D-8E30-F71B-16E21DF49252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07:18.820" v="27" actId="1076"/>
          <ac:spMkLst>
            <pc:docMk/>
            <pc:sldMk cId="1618943420" sldId="305"/>
            <ac:spMk id="15" creationId="{26E81CF7-72A6-0BCE-18C9-C732571F340B}"/>
          </ac:spMkLst>
        </pc:spChg>
        <pc:picChg chg="add mod">
          <ac:chgData name="WONG Yat To Watson" userId="S::24019633a@common.cpce-polyu.edu.hk::4cb7a5d5-9ff2-4c4d-9e92-17bab1a7aa47" providerId="AD" clId="Web-{AE8FE858-8718-A2BD-E5F1-FDA60AC7F164}" dt="2025-04-11T06:07:34.852" v="29" actId="1076"/>
          <ac:picMkLst>
            <pc:docMk/>
            <pc:sldMk cId="1618943420" sldId="305"/>
            <ac:picMk id="3" creationId="{8FFBE530-16D6-4FD5-0143-E752A7E4C8D1}"/>
          </ac:picMkLst>
        </pc:picChg>
        <pc:picChg chg="del">
          <ac:chgData name="WONG Yat To Watson" userId="S::24019633a@common.cpce-polyu.edu.hk::4cb7a5d5-9ff2-4c4d-9e92-17bab1a7aa47" providerId="AD" clId="Web-{AE8FE858-8718-A2BD-E5F1-FDA60AC7F164}" dt="2025-04-11T06:05:21.192" v="22"/>
          <ac:picMkLst>
            <pc:docMk/>
            <pc:sldMk cId="1618943420" sldId="305"/>
            <ac:picMk id="6" creationId="{5FEC6D8A-2C04-E267-7E21-8D84867DD459}"/>
          </ac:picMkLst>
        </pc:picChg>
        <pc:picChg chg="add mod">
          <ac:chgData name="WONG Yat To Watson" userId="S::24019633a@common.cpce-polyu.edu.hk::4cb7a5d5-9ff2-4c4d-9e92-17bab1a7aa47" providerId="AD" clId="Web-{AE8FE858-8718-A2BD-E5F1-FDA60AC7F164}" dt="2025-04-11T06:07:07.320" v="25" actId="1076"/>
          <ac:picMkLst>
            <pc:docMk/>
            <pc:sldMk cId="1618943420" sldId="305"/>
            <ac:picMk id="7" creationId="{6D33D53C-3463-8744-84B5-37A5B8ADEF90}"/>
          </ac:picMkLst>
        </pc:picChg>
        <pc:picChg chg="del">
          <ac:chgData name="WONG Yat To Watson" userId="S::24019633a@common.cpce-polyu.edu.hk::4cb7a5d5-9ff2-4c4d-9e92-17bab1a7aa47" providerId="AD" clId="Web-{AE8FE858-8718-A2BD-E5F1-FDA60AC7F164}" dt="2025-04-11T06:04:29.409" v="1"/>
          <ac:picMkLst>
            <pc:docMk/>
            <pc:sldMk cId="1618943420" sldId="305"/>
            <ac:picMk id="8" creationId="{FFF60004-6868-D947-7B1D-A6908E5B4867}"/>
          </ac:picMkLst>
        </pc:picChg>
      </pc:sldChg>
      <pc:sldChg chg="addSp delSp modSp add ord replId">
        <pc:chgData name="WONG Yat To Watson" userId="S::24019633a@common.cpce-polyu.edu.hk::4cb7a5d5-9ff2-4c4d-9e92-17bab1a7aa47" providerId="AD" clId="Web-{AE8FE858-8718-A2BD-E5F1-FDA60AC7F164}" dt="2025-04-11T06:17:30.417" v="142" actId="20577"/>
        <pc:sldMkLst>
          <pc:docMk/>
          <pc:sldMk cId="3375478141" sldId="306"/>
        </pc:sldMkLst>
        <pc:spChg chg="mod">
          <ac:chgData name="WONG Yat To Watson" userId="S::24019633a@common.cpce-polyu.edu.hk::4cb7a5d5-9ff2-4c4d-9e92-17bab1a7aa47" providerId="AD" clId="Web-{AE8FE858-8718-A2BD-E5F1-FDA60AC7F164}" dt="2025-04-11T06:17:30.417" v="142" actId="20577"/>
          <ac:spMkLst>
            <pc:docMk/>
            <pc:sldMk cId="3375478141" sldId="306"/>
            <ac:spMk id="2" creationId="{8AF0371F-F236-ABF7-9F16-C303B3C552F0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14:52.240" v="131" actId="20577"/>
          <ac:spMkLst>
            <pc:docMk/>
            <pc:sldMk cId="3375478141" sldId="306"/>
            <ac:spMk id="4" creationId="{5C215096-EAAD-0249-BEFE-1217DDE77E26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13:19.456" v="112" actId="20577"/>
          <ac:spMkLst>
            <pc:docMk/>
            <pc:sldMk cId="3375478141" sldId="306"/>
            <ac:spMk id="5" creationId="{94295462-F367-5F52-A5EB-ED226DFA90D6}"/>
          </ac:spMkLst>
        </pc:spChg>
        <pc:picChg chg="add mod">
          <ac:chgData name="WONG Yat To Watson" userId="S::24019633a@common.cpce-polyu.edu.hk::4cb7a5d5-9ff2-4c4d-9e92-17bab1a7aa47" providerId="AD" clId="Web-{AE8FE858-8718-A2BD-E5F1-FDA60AC7F164}" dt="2025-04-11T06:13:34.222" v="117" actId="1076"/>
          <ac:picMkLst>
            <pc:docMk/>
            <pc:sldMk cId="3375478141" sldId="306"/>
            <ac:picMk id="3" creationId="{90B652A9-D3F8-FDFD-40FD-D138A6874EA5}"/>
          </ac:picMkLst>
        </pc:picChg>
        <pc:picChg chg="del">
          <ac:chgData name="WONG Yat To Watson" userId="S::24019633a@common.cpce-polyu.edu.hk::4cb7a5d5-9ff2-4c4d-9e92-17bab1a7aa47" providerId="AD" clId="Web-{AE8FE858-8718-A2BD-E5F1-FDA60AC7F164}" dt="2025-04-11T06:11:31.562" v="90"/>
          <ac:picMkLst>
            <pc:docMk/>
            <pc:sldMk cId="3375478141" sldId="306"/>
            <ac:picMk id="6" creationId="{515649EC-6DE5-070C-EBA9-106D8E09F5C2}"/>
          </ac:picMkLst>
        </pc:picChg>
        <pc:picChg chg="add mod">
          <ac:chgData name="WONG Yat To Watson" userId="S::24019633a@common.cpce-polyu.edu.hk::4cb7a5d5-9ff2-4c4d-9e92-17bab1a7aa47" providerId="AD" clId="Web-{AE8FE858-8718-A2BD-E5F1-FDA60AC7F164}" dt="2025-04-11T06:13:28.129" v="115" actId="1076"/>
          <ac:picMkLst>
            <pc:docMk/>
            <pc:sldMk cId="3375478141" sldId="306"/>
            <ac:picMk id="7" creationId="{4B81EB15-36F0-81FE-015A-36D2AF2C543A}"/>
          </ac:picMkLst>
        </pc:picChg>
        <pc:picChg chg="del">
          <ac:chgData name="WONG Yat To Watson" userId="S::24019633a@common.cpce-polyu.edu.hk::4cb7a5d5-9ff2-4c4d-9e92-17bab1a7aa47" providerId="AD" clId="Web-{AE8FE858-8718-A2BD-E5F1-FDA60AC7F164}" dt="2025-04-11T06:11:30.937" v="89"/>
          <ac:picMkLst>
            <pc:docMk/>
            <pc:sldMk cId="3375478141" sldId="306"/>
            <ac:picMk id="8" creationId="{6666FA50-FCF7-4692-D130-60426D237298}"/>
          </ac:picMkLst>
        </pc:picChg>
      </pc:sldChg>
      <pc:sldChg chg="addSp delSp modSp add replId">
        <pc:chgData name="WONG Yat To Watson" userId="S::24019633a@common.cpce-polyu.edu.hk::4cb7a5d5-9ff2-4c4d-9e92-17bab1a7aa47" providerId="AD" clId="Web-{AE8FE858-8718-A2BD-E5F1-FDA60AC7F164}" dt="2025-04-11T06:18:38.576" v="171" actId="20577"/>
        <pc:sldMkLst>
          <pc:docMk/>
          <pc:sldMk cId="4264094351" sldId="307"/>
        </pc:sldMkLst>
        <pc:spChg chg="mod">
          <ac:chgData name="WONG Yat To Watson" userId="S::24019633a@common.cpce-polyu.edu.hk::4cb7a5d5-9ff2-4c4d-9e92-17bab1a7aa47" providerId="AD" clId="Web-{AE8FE858-8718-A2BD-E5F1-FDA60AC7F164}" dt="2025-04-11T06:17:40.699" v="144" actId="20577"/>
          <ac:spMkLst>
            <pc:docMk/>
            <pc:sldMk cId="4264094351" sldId="307"/>
            <ac:spMk id="2" creationId="{B5963B80-62A0-A508-DF34-9425B32CD91F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18:38.576" v="171" actId="20577"/>
          <ac:spMkLst>
            <pc:docMk/>
            <pc:sldMk cId="4264094351" sldId="307"/>
            <ac:spMk id="4" creationId="{DBB1C287-6D37-D887-0682-A24EE572A601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18:06.512" v="169" actId="20577"/>
          <ac:spMkLst>
            <pc:docMk/>
            <pc:sldMk cId="4264094351" sldId="307"/>
            <ac:spMk id="5" creationId="{3D6C05D5-B842-E857-8056-B6C85EBC2243}"/>
          </ac:spMkLst>
        </pc:spChg>
        <pc:picChg chg="del">
          <ac:chgData name="WONG Yat To Watson" userId="S::24019633a@common.cpce-polyu.edu.hk::4cb7a5d5-9ff2-4c4d-9e92-17bab1a7aa47" providerId="AD" clId="Web-{AE8FE858-8718-A2BD-E5F1-FDA60AC7F164}" dt="2025-04-11T06:14:56.975" v="133"/>
          <ac:picMkLst>
            <pc:docMk/>
            <pc:sldMk cId="4264094351" sldId="307"/>
            <ac:picMk id="3" creationId="{F97F99F8-E4BE-2D70-1336-C193FDC1E599}"/>
          </ac:picMkLst>
        </pc:picChg>
        <pc:picChg chg="add mod">
          <ac:chgData name="WONG Yat To Watson" userId="S::24019633a@common.cpce-polyu.edu.hk::4cb7a5d5-9ff2-4c4d-9e92-17bab1a7aa47" providerId="AD" clId="Web-{AE8FE858-8718-A2BD-E5F1-FDA60AC7F164}" dt="2025-04-11T06:17:19.417" v="138" actId="14100"/>
          <ac:picMkLst>
            <pc:docMk/>
            <pc:sldMk cId="4264094351" sldId="307"/>
            <ac:picMk id="6" creationId="{DEB595EB-F959-C4A1-29BF-41E7B2DB2769}"/>
          </ac:picMkLst>
        </pc:picChg>
        <pc:picChg chg="del">
          <ac:chgData name="WONG Yat To Watson" userId="S::24019633a@common.cpce-polyu.edu.hk::4cb7a5d5-9ff2-4c4d-9e92-17bab1a7aa47" providerId="AD" clId="Web-{AE8FE858-8718-A2BD-E5F1-FDA60AC7F164}" dt="2025-04-11T06:14:56.241" v="132"/>
          <ac:picMkLst>
            <pc:docMk/>
            <pc:sldMk cId="4264094351" sldId="307"/>
            <ac:picMk id="7" creationId="{EB263751-E248-0C17-CEFC-8DE169C6426C}"/>
          </ac:picMkLst>
        </pc:picChg>
        <pc:picChg chg="add mod">
          <ac:chgData name="WONG Yat To Watson" userId="S::24019633a@common.cpce-polyu.edu.hk::4cb7a5d5-9ff2-4c4d-9e92-17bab1a7aa47" providerId="AD" clId="Web-{AE8FE858-8718-A2BD-E5F1-FDA60AC7F164}" dt="2025-04-11T06:17:12.182" v="136" actId="1076"/>
          <ac:picMkLst>
            <pc:docMk/>
            <pc:sldMk cId="4264094351" sldId="307"/>
            <ac:picMk id="8" creationId="{57E73C19-CB02-94C9-D795-08C617F3D495}"/>
          </ac:picMkLst>
        </pc:picChg>
      </pc:sldChg>
      <pc:sldChg chg="delSp modSp add replId">
        <pc:chgData name="WONG Yat To Watson" userId="S::24019633a@common.cpce-polyu.edu.hk::4cb7a5d5-9ff2-4c4d-9e92-17bab1a7aa47" providerId="AD" clId="Web-{AE8FE858-8718-A2BD-E5F1-FDA60AC7F164}" dt="2025-04-11T06:29:24.549" v="224" actId="20577"/>
        <pc:sldMkLst>
          <pc:docMk/>
          <pc:sldMk cId="3148085980" sldId="308"/>
        </pc:sldMkLst>
        <pc:spChg chg="mod">
          <ac:chgData name="WONG Yat To Watson" userId="S::24019633a@common.cpce-polyu.edu.hk::4cb7a5d5-9ff2-4c4d-9e92-17bab1a7aa47" providerId="AD" clId="Web-{AE8FE858-8718-A2BD-E5F1-FDA60AC7F164}" dt="2025-04-11T06:29:24.549" v="224" actId="20577"/>
          <ac:spMkLst>
            <pc:docMk/>
            <pc:sldMk cId="3148085980" sldId="308"/>
            <ac:spMk id="2" creationId="{7E07B280-FEF6-FD54-9F76-36A430A0F0AA}"/>
          </ac:spMkLst>
        </pc:spChg>
        <pc:spChg chg="mod">
          <ac:chgData name="WONG Yat To Watson" userId="S::24019633a@common.cpce-polyu.edu.hk::4cb7a5d5-9ff2-4c4d-9e92-17bab1a7aa47" providerId="AD" clId="Web-{AE8FE858-8718-A2BD-E5F1-FDA60AC7F164}" dt="2025-04-11T06:19:32.765" v="222" actId="20577"/>
          <ac:spMkLst>
            <pc:docMk/>
            <pc:sldMk cId="3148085980" sldId="308"/>
            <ac:spMk id="5" creationId="{EFC96956-25D8-5498-F3CA-35E712D1262C}"/>
          </ac:spMkLst>
        </pc:spChg>
        <pc:picChg chg="del">
          <ac:chgData name="WONG Yat To Watson" userId="S::24019633a@common.cpce-polyu.edu.hk::4cb7a5d5-9ff2-4c4d-9e92-17bab1a7aa47" providerId="AD" clId="Web-{AE8FE858-8718-A2BD-E5F1-FDA60AC7F164}" dt="2025-04-11T06:18:46.060" v="174"/>
          <ac:picMkLst>
            <pc:docMk/>
            <pc:sldMk cId="3148085980" sldId="308"/>
            <ac:picMk id="6" creationId="{897D9B8C-AB2A-B79F-CC85-2B0E59AA872E}"/>
          </ac:picMkLst>
        </pc:picChg>
        <pc:picChg chg="del">
          <ac:chgData name="WONG Yat To Watson" userId="S::24019633a@common.cpce-polyu.edu.hk::4cb7a5d5-9ff2-4c4d-9e92-17bab1a7aa47" providerId="AD" clId="Web-{AE8FE858-8718-A2BD-E5F1-FDA60AC7F164}" dt="2025-04-11T06:18:45.341" v="173"/>
          <ac:picMkLst>
            <pc:docMk/>
            <pc:sldMk cId="3148085980" sldId="308"/>
            <ac:picMk id="8" creationId="{36A21225-9810-DF3F-41D3-970A02C122C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#1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09ADF7-BC75-4CF7-8BA4-90DEE93405F4}" type="doc">
      <dgm:prSet loTypeId="urn:microsoft.com/office/officeart/2005/8/layout/vList2" loCatId="list" qsTypeId="urn:microsoft.com/office/officeart/2005/8/quickstyle/simple4#1" qsCatId="simple" csTypeId="urn:microsoft.com/office/officeart/2005/8/colors/accent6_4#1" csCatId="accent6" phldr="1"/>
      <dgm:spPr/>
      <dgm:t>
        <a:bodyPr/>
        <a:lstStyle/>
        <a:p>
          <a:endParaRPr lang="en-US"/>
        </a:p>
      </dgm:t>
    </dgm:pt>
    <dgm:pt modelId="{E3D97EA8-82CB-473A-8EBE-1ABB3F68EA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TW"/>
            <a:t>Introduction</a:t>
          </a:r>
          <a:endParaRPr lang="en-US"/>
        </a:p>
      </dgm:t>
    </dgm:pt>
    <dgm:pt modelId="{9895CD04-77C0-4AEB-A630-B0210C09579A}" type="parTrans" cxnId="{90150DF2-577D-49A3-BB9E-A79A0266850D}">
      <dgm:prSet/>
      <dgm:spPr/>
      <dgm:t>
        <a:bodyPr/>
        <a:lstStyle/>
        <a:p>
          <a:endParaRPr lang="en-US"/>
        </a:p>
      </dgm:t>
    </dgm:pt>
    <dgm:pt modelId="{3A56DB8D-4AC1-4D5C-85F3-5A0F858B441F}" type="sibTrans" cxnId="{90150DF2-577D-49A3-BB9E-A79A0266850D}">
      <dgm:prSet/>
      <dgm:spPr/>
      <dgm:t>
        <a:bodyPr/>
        <a:lstStyle/>
        <a:p>
          <a:endParaRPr lang="en-US"/>
        </a:p>
      </dgm:t>
    </dgm:pt>
    <dgm:pt modelId="{BCADF940-ADA4-43A8-8306-E90F2A48A5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</a:t>
          </a:r>
          <a:r>
            <a:rPr lang="zh-TW"/>
            <a:t>escri</a:t>
          </a:r>
          <a:r>
            <a:rPr lang="en-US"/>
            <a:t>p</a:t>
          </a:r>
          <a:r>
            <a:rPr lang="zh-TW"/>
            <a:t>t</a:t>
          </a:r>
          <a:r>
            <a:rPr lang="en-US"/>
            <a:t>ion</a:t>
          </a:r>
          <a:r>
            <a:rPr lang="zh-TW"/>
            <a:t> </a:t>
          </a:r>
          <a:r>
            <a:rPr lang="en-US"/>
            <a:t>of</a:t>
          </a:r>
          <a:r>
            <a:rPr lang="zh-TW"/>
            <a:t> business rule</a:t>
          </a:r>
          <a:endParaRPr lang="en-US"/>
        </a:p>
      </dgm:t>
    </dgm:pt>
    <dgm:pt modelId="{1A12C62F-3510-41C6-A933-BFE34ACF1B4B}" type="parTrans" cxnId="{CB9A9756-3124-4B5C-A1DE-303C18DC9980}">
      <dgm:prSet/>
      <dgm:spPr/>
      <dgm:t>
        <a:bodyPr/>
        <a:lstStyle/>
        <a:p>
          <a:endParaRPr lang="en-US"/>
        </a:p>
      </dgm:t>
    </dgm:pt>
    <dgm:pt modelId="{AB76AAB2-8133-4C1A-BADB-757E85831874}" type="sibTrans" cxnId="{CB9A9756-3124-4B5C-A1DE-303C18DC9980}">
      <dgm:prSet/>
      <dgm:spPr/>
      <dgm:t>
        <a:bodyPr/>
        <a:lstStyle/>
        <a:p>
          <a:endParaRPr lang="en-US"/>
        </a:p>
      </dgm:t>
    </dgm:pt>
    <dgm:pt modelId="{9F1C0174-4EE2-4418-898E-6D2EE1E817F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TW"/>
            <a:t>Conceptual model (ERD)</a:t>
          </a:r>
          <a:endParaRPr lang="en-US"/>
        </a:p>
      </dgm:t>
    </dgm:pt>
    <dgm:pt modelId="{FF4259DA-4A87-4420-80BB-A7F7E07B0599}" type="parTrans" cxnId="{BD4F44E2-8E6B-4F1D-AA16-479C7A1E7614}">
      <dgm:prSet/>
      <dgm:spPr/>
      <dgm:t>
        <a:bodyPr/>
        <a:lstStyle/>
        <a:p>
          <a:endParaRPr lang="en-US"/>
        </a:p>
      </dgm:t>
    </dgm:pt>
    <dgm:pt modelId="{6AD26B34-06F8-4D06-B8F0-B125DA6F899B}" type="sibTrans" cxnId="{BD4F44E2-8E6B-4F1D-AA16-479C7A1E7614}">
      <dgm:prSet/>
      <dgm:spPr/>
      <dgm:t>
        <a:bodyPr/>
        <a:lstStyle/>
        <a:p>
          <a:endParaRPr lang="en-US"/>
        </a:p>
      </dgm:t>
    </dgm:pt>
    <dgm:pt modelId="{1ED25206-9753-4604-88B3-66AEBB17CD0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TW"/>
            <a:t>Logical design</a:t>
          </a:r>
          <a:endParaRPr lang="en-US"/>
        </a:p>
      </dgm:t>
    </dgm:pt>
    <dgm:pt modelId="{658496D4-330A-41C0-9A9B-DE81A0CAE25B}" type="parTrans" cxnId="{5430D24C-2DBB-4BE4-933B-58A2F4665FDB}">
      <dgm:prSet/>
      <dgm:spPr/>
      <dgm:t>
        <a:bodyPr/>
        <a:lstStyle/>
        <a:p>
          <a:endParaRPr lang="en-US"/>
        </a:p>
      </dgm:t>
    </dgm:pt>
    <dgm:pt modelId="{CA0D1BF0-E2CF-4174-B13D-EA8FD828D700}" type="sibTrans" cxnId="{5430D24C-2DBB-4BE4-933B-58A2F4665FDB}">
      <dgm:prSet/>
      <dgm:spPr/>
      <dgm:t>
        <a:bodyPr/>
        <a:lstStyle/>
        <a:p>
          <a:endParaRPr lang="en-US"/>
        </a:p>
      </dgm:t>
    </dgm:pt>
    <dgm:pt modelId="{FB69CE29-E0EC-444A-8B57-EEDD68EBE24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TW"/>
            <a:t>Demonstration</a:t>
          </a:r>
          <a:endParaRPr lang="en-US"/>
        </a:p>
      </dgm:t>
    </dgm:pt>
    <dgm:pt modelId="{8BF426AD-09FC-4454-9058-9A0DAAE64DC5}" type="parTrans" cxnId="{775F08F4-86A4-4DA8-B96D-9DE3EBD2E91B}">
      <dgm:prSet/>
      <dgm:spPr/>
      <dgm:t>
        <a:bodyPr/>
        <a:lstStyle/>
        <a:p>
          <a:endParaRPr lang="en-US"/>
        </a:p>
      </dgm:t>
    </dgm:pt>
    <dgm:pt modelId="{A44FB478-56F8-4E42-B972-BA7C09218398}" type="sibTrans" cxnId="{775F08F4-86A4-4DA8-B96D-9DE3EBD2E91B}">
      <dgm:prSet/>
      <dgm:spPr/>
      <dgm:t>
        <a:bodyPr/>
        <a:lstStyle/>
        <a:p>
          <a:endParaRPr lang="en-US"/>
        </a:p>
      </dgm:t>
    </dgm:pt>
    <dgm:pt modelId="{9F2E340D-2605-4CDC-B429-4345CD57A4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TW"/>
            <a:t>Conclusion</a:t>
          </a:r>
          <a:endParaRPr lang="en-US"/>
        </a:p>
      </dgm:t>
    </dgm:pt>
    <dgm:pt modelId="{B92AD7FB-8A8B-4F9A-9969-D345987ED314}" type="parTrans" cxnId="{6CA2FD56-CC7E-4F14-A99C-884A5D18F1B5}">
      <dgm:prSet/>
      <dgm:spPr/>
      <dgm:t>
        <a:bodyPr/>
        <a:lstStyle/>
        <a:p>
          <a:endParaRPr lang="en-US"/>
        </a:p>
      </dgm:t>
    </dgm:pt>
    <dgm:pt modelId="{32855B7F-929A-4EDA-A2EA-F43528373A05}" type="sibTrans" cxnId="{6CA2FD56-CC7E-4F14-A99C-884A5D18F1B5}">
      <dgm:prSet/>
      <dgm:spPr/>
      <dgm:t>
        <a:bodyPr/>
        <a:lstStyle/>
        <a:p>
          <a:endParaRPr lang="en-US"/>
        </a:p>
      </dgm:t>
    </dgm:pt>
    <dgm:pt modelId="{179E1FB4-C23E-49CA-85C4-9AB3B95235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zh-TW"/>
            <a:t>Difficulty</a:t>
          </a:r>
          <a:endParaRPr lang="en-US"/>
        </a:p>
      </dgm:t>
    </dgm:pt>
    <dgm:pt modelId="{80C75058-AE99-4536-87EA-0A9916978BA3}" type="parTrans" cxnId="{62882A01-6B04-457D-BDF9-F81937878943}">
      <dgm:prSet/>
      <dgm:spPr/>
      <dgm:t>
        <a:bodyPr/>
        <a:lstStyle/>
        <a:p>
          <a:endParaRPr lang="en-US"/>
        </a:p>
      </dgm:t>
    </dgm:pt>
    <dgm:pt modelId="{5638D251-D86C-497A-A0B1-466D14A9D2B8}" type="sibTrans" cxnId="{62882A01-6B04-457D-BDF9-F81937878943}">
      <dgm:prSet/>
      <dgm:spPr/>
      <dgm:t>
        <a:bodyPr/>
        <a:lstStyle/>
        <a:p>
          <a:endParaRPr lang="en-US"/>
        </a:p>
      </dgm:t>
    </dgm:pt>
    <dgm:pt modelId="{7FF575DF-7AA6-429B-B552-F4663631557F}" type="pres">
      <dgm:prSet presAssocID="{1409ADF7-BC75-4CF7-8BA4-90DEE93405F4}" presName="linear" presStyleCnt="0">
        <dgm:presLayoutVars>
          <dgm:animLvl val="lvl"/>
          <dgm:resizeHandles val="exact"/>
        </dgm:presLayoutVars>
      </dgm:prSet>
      <dgm:spPr/>
    </dgm:pt>
    <dgm:pt modelId="{92FFB103-D20E-4F0B-95A1-B2BCDC605F8D}" type="pres">
      <dgm:prSet presAssocID="{E3D97EA8-82CB-473A-8EBE-1ABB3F68EAD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580AB20-51CD-46D8-8171-5CE50515E24C}" type="pres">
      <dgm:prSet presAssocID="{3A56DB8D-4AC1-4D5C-85F3-5A0F858B441F}" presName="spacer" presStyleCnt="0"/>
      <dgm:spPr/>
    </dgm:pt>
    <dgm:pt modelId="{60D42235-F0ED-42C5-8630-216F2A5853D6}" type="pres">
      <dgm:prSet presAssocID="{BCADF940-ADA4-43A8-8306-E90F2A48A51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D4F71B5E-16B9-4B96-A26F-69DEAB8A8211}" type="pres">
      <dgm:prSet presAssocID="{AB76AAB2-8133-4C1A-BADB-757E85831874}" presName="spacer" presStyleCnt="0"/>
      <dgm:spPr/>
    </dgm:pt>
    <dgm:pt modelId="{839A586E-079F-44F3-AA4A-215D96247EE1}" type="pres">
      <dgm:prSet presAssocID="{9F1C0174-4EE2-4418-898E-6D2EE1E817F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2915E6B-C77E-4D1B-B1F6-B0362B55950B}" type="pres">
      <dgm:prSet presAssocID="{6AD26B34-06F8-4D06-B8F0-B125DA6F899B}" presName="spacer" presStyleCnt="0"/>
      <dgm:spPr/>
    </dgm:pt>
    <dgm:pt modelId="{F23BD46B-14DA-4B6E-970B-9D84AB09BB47}" type="pres">
      <dgm:prSet presAssocID="{1ED25206-9753-4604-88B3-66AEBB17CD0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7B7D3FE-D5C5-4014-B542-777A6CE3985F}" type="pres">
      <dgm:prSet presAssocID="{CA0D1BF0-E2CF-4174-B13D-EA8FD828D700}" presName="spacer" presStyleCnt="0"/>
      <dgm:spPr/>
    </dgm:pt>
    <dgm:pt modelId="{02CC8FB0-C239-49E4-B63C-0A7009D2A9C8}" type="pres">
      <dgm:prSet presAssocID="{FB69CE29-E0EC-444A-8B57-EEDD68EBE24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D320402-DABE-4442-94C3-8979BC4B29A9}" type="pres">
      <dgm:prSet presAssocID="{A44FB478-56F8-4E42-B972-BA7C09218398}" presName="spacer" presStyleCnt="0"/>
      <dgm:spPr/>
    </dgm:pt>
    <dgm:pt modelId="{2E8359AE-69AA-46E6-B9A1-77A1547EBCE5}" type="pres">
      <dgm:prSet presAssocID="{9F2E340D-2605-4CDC-B429-4345CD57A4C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4ADF72F-39CA-42CE-8725-6134FF3CE688}" type="pres">
      <dgm:prSet presAssocID="{32855B7F-929A-4EDA-A2EA-F43528373A05}" presName="spacer" presStyleCnt="0"/>
      <dgm:spPr/>
    </dgm:pt>
    <dgm:pt modelId="{DDFE96A2-EA35-4748-81B2-C6C76855D525}" type="pres">
      <dgm:prSet presAssocID="{179E1FB4-C23E-49CA-85C4-9AB3B952351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2882A01-6B04-457D-BDF9-F81937878943}" srcId="{1409ADF7-BC75-4CF7-8BA4-90DEE93405F4}" destId="{179E1FB4-C23E-49CA-85C4-9AB3B9523512}" srcOrd="6" destOrd="0" parTransId="{80C75058-AE99-4536-87EA-0A9916978BA3}" sibTransId="{5638D251-D86C-497A-A0B1-466D14A9D2B8}"/>
    <dgm:cxn modelId="{45288812-9370-4227-9952-CB21F5E618EA}" type="presOf" srcId="{9F1C0174-4EE2-4418-898E-6D2EE1E817F0}" destId="{839A586E-079F-44F3-AA4A-215D96247EE1}" srcOrd="0" destOrd="0" presId="urn:microsoft.com/office/officeart/2005/8/layout/vList2"/>
    <dgm:cxn modelId="{0B1D005B-F73C-4BA7-B917-8A934C0281E6}" type="presOf" srcId="{BCADF940-ADA4-43A8-8306-E90F2A48A517}" destId="{60D42235-F0ED-42C5-8630-216F2A5853D6}" srcOrd="0" destOrd="0" presId="urn:microsoft.com/office/officeart/2005/8/layout/vList2"/>
    <dgm:cxn modelId="{765B4760-3B16-4ACD-9532-71B3D0CE0F80}" type="presOf" srcId="{1ED25206-9753-4604-88B3-66AEBB17CD02}" destId="{F23BD46B-14DA-4B6E-970B-9D84AB09BB47}" srcOrd="0" destOrd="0" presId="urn:microsoft.com/office/officeart/2005/8/layout/vList2"/>
    <dgm:cxn modelId="{A1272547-85C4-4FE9-875C-9DD55E2A4EE6}" type="presOf" srcId="{179E1FB4-C23E-49CA-85C4-9AB3B9523512}" destId="{DDFE96A2-EA35-4748-81B2-C6C76855D525}" srcOrd="0" destOrd="0" presId="urn:microsoft.com/office/officeart/2005/8/layout/vList2"/>
    <dgm:cxn modelId="{5430D24C-2DBB-4BE4-933B-58A2F4665FDB}" srcId="{1409ADF7-BC75-4CF7-8BA4-90DEE93405F4}" destId="{1ED25206-9753-4604-88B3-66AEBB17CD02}" srcOrd="3" destOrd="0" parTransId="{658496D4-330A-41C0-9A9B-DE81A0CAE25B}" sibTransId="{CA0D1BF0-E2CF-4174-B13D-EA8FD828D700}"/>
    <dgm:cxn modelId="{B1F7866D-CF40-4D0E-8587-C19C5CDC99A3}" type="presOf" srcId="{9F2E340D-2605-4CDC-B429-4345CD57A4C0}" destId="{2E8359AE-69AA-46E6-B9A1-77A1547EBCE5}" srcOrd="0" destOrd="0" presId="urn:microsoft.com/office/officeart/2005/8/layout/vList2"/>
    <dgm:cxn modelId="{CB9A9756-3124-4B5C-A1DE-303C18DC9980}" srcId="{1409ADF7-BC75-4CF7-8BA4-90DEE93405F4}" destId="{BCADF940-ADA4-43A8-8306-E90F2A48A517}" srcOrd="1" destOrd="0" parTransId="{1A12C62F-3510-41C6-A933-BFE34ACF1B4B}" sibTransId="{AB76AAB2-8133-4C1A-BADB-757E85831874}"/>
    <dgm:cxn modelId="{6CA2FD56-CC7E-4F14-A99C-884A5D18F1B5}" srcId="{1409ADF7-BC75-4CF7-8BA4-90DEE93405F4}" destId="{9F2E340D-2605-4CDC-B429-4345CD57A4C0}" srcOrd="5" destOrd="0" parTransId="{B92AD7FB-8A8B-4F9A-9969-D345987ED314}" sibTransId="{32855B7F-929A-4EDA-A2EA-F43528373A05}"/>
    <dgm:cxn modelId="{054797D9-4CB2-4E23-932B-38D5B14FCC07}" type="presOf" srcId="{E3D97EA8-82CB-473A-8EBE-1ABB3F68EADF}" destId="{92FFB103-D20E-4F0B-95A1-B2BCDC605F8D}" srcOrd="0" destOrd="0" presId="urn:microsoft.com/office/officeart/2005/8/layout/vList2"/>
    <dgm:cxn modelId="{BD4F44E2-8E6B-4F1D-AA16-479C7A1E7614}" srcId="{1409ADF7-BC75-4CF7-8BA4-90DEE93405F4}" destId="{9F1C0174-4EE2-4418-898E-6D2EE1E817F0}" srcOrd="2" destOrd="0" parTransId="{FF4259DA-4A87-4420-80BB-A7F7E07B0599}" sibTransId="{6AD26B34-06F8-4D06-B8F0-B125DA6F899B}"/>
    <dgm:cxn modelId="{90150DF2-577D-49A3-BB9E-A79A0266850D}" srcId="{1409ADF7-BC75-4CF7-8BA4-90DEE93405F4}" destId="{E3D97EA8-82CB-473A-8EBE-1ABB3F68EADF}" srcOrd="0" destOrd="0" parTransId="{9895CD04-77C0-4AEB-A630-B0210C09579A}" sibTransId="{3A56DB8D-4AC1-4D5C-85F3-5A0F858B441F}"/>
    <dgm:cxn modelId="{775F08F4-86A4-4DA8-B96D-9DE3EBD2E91B}" srcId="{1409ADF7-BC75-4CF7-8BA4-90DEE93405F4}" destId="{FB69CE29-E0EC-444A-8B57-EEDD68EBE247}" srcOrd="4" destOrd="0" parTransId="{8BF426AD-09FC-4454-9058-9A0DAAE64DC5}" sibTransId="{A44FB478-56F8-4E42-B972-BA7C09218398}"/>
    <dgm:cxn modelId="{C27CD7F8-ED4B-4637-9DCF-46BF3331D8E9}" type="presOf" srcId="{1409ADF7-BC75-4CF7-8BA4-90DEE93405F4}" destId="{7FF575DF-7AA6-429B-B552-F4663631557F}" srcOrd="0" destOrd="0" presId="urn:microsoft.com/office/officeart/2005/8/layout/vList2"/>
    <dgm:cxn modelId="{BA8DF6FD-7C74-4EE8-8B37-12A916ABBD33}" type="presOf" srcId="{FB69CE29-E0EC-444A-8B57-EEDD68EBE247}" destId="{02CC8FB0-C239-49E4-B63C-0A7009D2A9C8}" srcOrd="0" destOrd="0" presId="urn:microsoft.com/office/officeart/2005/8/layout/vList2"/>
    <dgm:cxn modelId="{7E338DD3-94E4-498B-8610-F6DBB36D7CB2}" type="presParOf" srcId="{7FF575DF-7AA6-429B-B552-F4663631557F}" destId="{92FFB103-D20E-4F0B-95A1-B2BCDC605F8D}" srcOrd="0" destOrd="0" presId="urn:microsoft.com/office/officeart/2005/8/layout/vList2"/>
    <dgm:cxn modelId="{C7DD894C-01B5-4466-AF14-F499322EFE13}" type="presParOf" srcId="{7FF575DF-7AA6-429B-B552-F4663631557F}" destId="{A580AB20-51CD-46D8-8171-5CE50515E24C}" srcOrd="1" destOrd="0" presId="urn:microsoft.com/office/officeart/2005/8/layout/vList2"/>
    <dgm:cxn modelId="{D0C710DA-E7F5-4771-8E61-829C421B45F2}" type="presParOf" srcId="{7FF575DF-7AA6-429B-B552-F4663631557F}" destId="{60D42235-F0ED-42C5-8630-216F2A5853D6}" srcOrd="2" destOrd="0" presId="urn:microsoft.com/office/officeart/2005/8/layout/vList2"/>
    <dgm:cxn modelId="{B9EC694C-EEE1-4EA2-845C-31A1155C4215}" type="presParOf" srcId="{7FF575DF-7AA6-429B-B552-F4663631557F}" destId="{D4F71B5E-16B9-4B96-A26F-69DEAB8A8211}" srcOrd="3" destOrd="0" presId="urn:microsoft.com/office/officeart/2005/8/layout/vList2"/>
    <dgm:cxn modelId="{2DF5D9D7-7BF5-4D52-AC93-2B9612E676CB}" type="presParOf" srcId="{7FF575DF-7AA6-429B-B552-F4663631557F}" destId="{839A586E-079F-44F3-AA4A-215D96247EE1}" srcOrd="4" destOrd="0" presId="urn:microsoft.com/office/officeart/2005/8/layout/vList2"/>
    <dgm:cxn modelId="{7C83A5A0-A3D6-4A92-A5FE-996D1050B1AD}" type="presParOf" srcId="{7FF575DF-7AA6-429B-B552-F4663631557F}" destId="{22915E6B-C77E-4D1B-B1F6-B0362B55950B}" srcOrd="5" destOrd="0" presId="urn:microsoft.com/office/officeart/2005/8/layout/vList2"/>
    <dgm:cxn modelId="{6EACC642-305B-48BE-8353-4C93FE97E204}" type="presParOf" srcId="{7FF575DF-7AA6-429B-B552-F4663631557F}" destId="{F23BD46B-14DA-4B6E-970B-9D84AB09BB47}" srcOrd="6" destOrd="0" presId="urn:microsoft.com/office/officeart/2005/8/layout/vList2"/>
    <dgm:cxn modelId="{7194534D-80B8-45CF-9F51-D774E4732CA6}" type="presParOf" srcId="{7FF575DF-7AA6-429B-B552-F4663631557F}" destId="{97B7D3FE-D5C5-4014-B542-777A6CE3985F}" srcOrd="7" destOrd="0" presId="urn:microsoft.com/office/officeart/2005/8/layout/vList2"/>
    <dgm:cxn modelId="{1EA8B86C-D5C8-4E51-8D60-4169EB32E987}" type="presParOf" srcId="{7FF575DF-7AA6-429B-B552-F4663631557F}" destId="{02CC8FB0-C239-49E4-B63C-0A7009D2A9C8}" srcOrd="8" destOrd="0" presId="urn:microsoft.com/office/officeart/2005/8/layout/vList2"/>
    <dgm:cxn modelId="{918AC7A6-DA86-47A5-A81A-A44878DD20B6}" type="presParOf" srcId="{7FF575DF-7AA6-429B-B552-F4663631557F}" destId="{6D320402-DABE-4442-94C3-8979BC4B29A9}" srcOrd="9" destOrd="0" presId="urn:microsoft.com/office/officeart/2005/8/layout/vList2"/>
    <dgm:cxn modelId="{4F57954F-F3C9-4115-8420-C8B1FEC93216}" type="presParOf" srcId="{7FF575DF-7AA6-429B-B552-F4663631557F}" destId="{2E8359AE-69AA-46E6-B9A1-77A1547EBCE5}" srcOrd="10" destOrd="0" presId="urn:microsoft.com/office/officeart/2005/8/layout/vList2"/>
    <dgm:cxn modelId="{B68D0A09-F363-4618-BE9E-09E82A7CBF39}" type="presParOf" srcId="{7FF575DF-7AA6-429B-B552-F4663631557F}" destId="{14ADF72F-39CA-42CE-8725-6134FF3CE688}" srcOrd="11" destOrd="0" presId="urn:microsoft.com/office/officeart/2005/8/layout/vList2"/>
    <dgm:cxn modelId="{88F71246-7A5A-4F97-82D7-90B04276B2FD}" type="presParOf" srcId="{7FF575DF-7AA6-429B-B552-F4663631557F}" destId="{DDFE96A2-EA35-4748-81B2-C6C76855D52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FB103-D20E-4F0B-95A1-B2BCDC605F8D}">
      <dsp:nvSpPr>
        <dsp:cNvPr id="0" name=""/>
        <dsp:cNvSpPr/>
      </dsp:nvSpPr>
      <dsp:spPr>
        <a:xfrm>
          <a:off x="0" y="94846"/>
          <a:ext cx="5913437" cy="578565"/>
        </a:xfrm>
        <a:prstGeom prst="roundRect">
          <a:avLst/>
        </a:prstGeom>
        <a:gradFill rotWithShape="0">
          <a:gsLst>
            <a:gs pos="0">
              <a:schemeClr val="accent6">
                <a:shade val="5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shade val="5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shade val="5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Introduction</a:t>
          </a:r>
          <a:endParaRPr lang="en-US" sz="2300" kern="1200"/>
        </a:p>
      </dsp:txBody>
      <dsp:txXfrm>
        <a:off x="28243" y="123089"/>
        <a:ext cx="5856951" cy="522079"/>
      </dsp:txXfrm>
    </dsp:sp>
    <dsp:sp modelId="{60D42235-F0ED-42C5-8630-216F2A5853D6}">
      <dsp:nvSpPr>
        <dsp:cNvPr id="0" name=""/>
        <dsp:cNvSpPr/>
      </dsp:nvSpPr>
      <dsp:spPr>
        <a:xfrm>
          <a:off x="0" y="739651"/>
          <a:ext cx="5913437" cy="578565"/>
        </a:xfrm>
        <a:prstGeom prst="roundRect">
          <a:avLst/>
        </a:prstGeom>
        <a:gradFill rotWithShape="0">
          <a:gsLst>
            <a:gs pos="0">
              <a:schemeClr val="accent6">
                <a:shade val="50000"/>
                <a:hueOff val="39860"/>
                <a:satOff val="-1539"/>
                <a:lumOff val="1181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shade val="50000"/>
                <a:hueOff val="39860"/>
                <a:satOff val="-1539"/>
                <a:lumOff val="1181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shade val="50000"/>
                <a:hueOff val="39860"/>
                <a:satOff val="-1539"/>
                <a:lumOff val="1181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</a:t>
          </a:r>
          <a:r>
            <a:rPr lang="zh-TW" sz="2300" kern="1200"/>
            <a:t>escri</a:t>
          </a:r>
          <a:r>
            <a:rPr lang="en-US" sz="2300" kern="1200"/>
            <a:t>p</a:t>
          </a:r>
          <a:r>
            <a:rPr lang="zh-TW" sz="2300" kern="1200"/>
            <a:t>t</a:t>
          </a:r>
          <a:r>
            <a:rPr lang="en-US" sz="2300" kern="1200"/>
            <a:t>ion</a:t>
          </a:r>
          <a:r>
            <a:rPr lang="zh-TW" sz="2300" kern="1200"/>
            <a:t> </a:t>
          </a:r>
          <a:r>
            <a:rPr lang="en-US" sz="2300" kern="1200"/>
            <a:t>of</a:t>
          </a:r>
          <a:r>
            <a:rPr lang="zh-TW" sz="2300" kern="1200"/>
            <a:t> business rule</a:t>
          </a:r>
          <a:endParaRPr lang="en-US" sz="2300" kern="1200"/>
        </a:p>
      </dsp:txBody>
      <dsp:txXfrm>
        <a:off x="28243" y="767894"/>
        <a:ext cx="5856951" cy="522079"/>
      </dsp:txXfrm>
    </dsp:sp>
    <dsp:sp modelId="{839A586E-079F-44F3-AA4A-215D96247EE1}">
      <dsp:nvSpPr>
        <dsp:cNvPr id="0" name=""/>
        <dsp:cNvSpPr/>
      </dsp:nvSpPr>
      <dsp:spPr>
        <a:xfrm>
          <a:off x="0" y="1384456"/>
          <a:ext cx="5913437" cy="578565"/>
        </a:xfrm>
        <a:prstGeom prst="roundRect">
          <a:avLst/>
        </a:prstGeom>
        <a:gradFill rotWithShape="0">
          <a:gsLst>
            <a:gs pos="0">
              <a:schemeClr val="accent6">
                <a:shade val="50000"/>
                <a:hueOff val="79721"/>
                <a:satOff val="-3077"/>
                <a:lumOff val="2363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shade val="50000"/>
                <a:hueOff val="79721"/>
                <a:satOff val="-3077"/>
                <a:lumOff val="2363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shade val="50000"/>
                <a:hueOff val="79721"/>
                <a:satOff val="-3077"/>
                <a:lumOff val="2363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Conceptual model (ERD)</a:t>
          </a:r>
          <a:endParaRPr lang="en-US" sz="2300" kern="1200"/>
        </a:p>
      </dsp:txBody>
      <dsp:txXfrm>
        <a:off x="28243" y="1412699"/>
        <a:ext cx="5856951" cy="522079"/>
      </dsp:txXfrm>
    </dsp:sp>
    <dsp:sp modelId="{F23BD46B-14DA-4B6E-970B-9D84AB09BB47}">
      <dsp:nvSpPr>
        <dsp:cNvPr id="0" name=""/>
        <dsp:cNvSpPr/>
      </dsp:nvSpPr>
      <dsp:spPr>
        <a:xfrm>
          <a:off x="0" y="2029261"/>
          <a:ext cx="5913437" cy="578565"/>
        </a:xfrm>
        <a:prstGeom prst="roundRect">
          <a:avLst/>
        </a:prstGeom>
        <a:gradFill rotWithShape="0">
          <a:gsLst>
            <a:gs pos="0">
              <a:schemeClr val="accent6">
                <a:shade val="50000"/>
                <a:hueOff val="119581"/>
                <a:satOff val="-4616"/>
                <a:lumOff val="354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shade val="50000"/>
                <a:hueOff val="119581"/>
                <a:satOff val="-4616"/>
                <a:lumOff val="354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shade val="50000"/>
                <a:hueOff val="119581"/>
                <a:satOff val="-4616"/>
                <a:lumOff val="354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Logical design</a:t>
          </a:r>
          <a:endParaRPr lang="en-US" sz="2300" kern="1200"/>
        </a:p>
      </dsp:txBody>
      <dsp:txXfrm>
        <a:off x="28243" y="2057504"/>
        <a:ext cx="5856951" cy="522079"/>
      </dsp:txXfrm>
    </dsp:sp>
    <dsp:sp modelId="{02CC8FB0-C239-49E4-B63C-0A7009D2A9C8}">
      <dsp:nvSpPr>
        <dsp:cNvPr id="0" name=""/>
        <dsp:cNvSpPr/>
      </dsp:nvSpPr>
      <dsp:spPr>
        <a:xfrm>
          <a:off x="0" y="2674066"/>
          <a:ext cx="5913437" cy="578565"/>
        </a:xfrm>
        <a:prstGeom prst="roundRect">
          <a:avLst/>
        </a:prstGeom>
        <a:gradFill rotWithShape="0">
          <a:gsLst>
            <a:gs pos="0">
              <a:schemeClr val="accent6">
                <a:shade val="50000"/>
                <a:hueOff val="119581"/>
                <a:satOff val="-4616"/>
                <a:lumOff val="354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shade val="50000"/>
                <a:hueOff val="119581"/>
                <a:satOff val="-4616"/>
                <a:lumOff val="354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shade val="50000"/>
                <a:hueOff val="119581"/>
                <a:satOff val="-4616"/>
                <a:lumOff val="354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Demonstration</a:t>
          </a:r>
          <a:endParaRPr lang="en-US" sz="2300" kern="1200"/>
        </a:p>
      </dsp:txBody>
      <dsp:txXfrm>
        <a:off x="28243" y="2702309"/>
        <a:ext cx="5856951" cy="522079"/>
      </dsp:txXfrm>
    </dsp:sp>
    <dsp:sp modelId="{2E8359AE-69AA-46E6-B9A1-77A1547EBCE5}">
      <dsp:nvSpPr>
        <dsp:cNvPr id="0" name=""/>
        <dsp:cNvSpPr/>
      </dsp:nvSpPr>
      <dsp:spPr>
        <a:xfrm>
          <a:off x="0" y="3318871"/>
          <a:ext cx="5913437" cy="578565"/>
        </a:xfrm>
        <a:prstGeom prst="roundRect">
          <a:avLst/>
        </a:prstGeom>
        <a:gradFill rotWithShape="0">
          <a:gsLst>
            <a:gs pos="0">
              <a:schemeClr val="accent6">
                <a:shade val="50000"/>
                <a:hueOff val="79721"/>
                <a:satOff val="-3077"/>
                <a:lumOff val="2363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shade val="50000"/>
                <a:hueOff val="79721"/>
                <a:satOff val="-3077"/>
                <a:lumOff val="2363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shade val="50000"/>
                <a:hueOff val="79721"/>
                <a:satOff val="-3077"/>
                <a:lumOff val="2363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Conclusion</a:t>
          </a:r>
          <a:endParaRPr lang="en-US" sz="2300" kern="1200"/>
        </a:p>
      </dsp:txBody>
      <dsp:txXfrm>
        <a:off x="28243" y="3347114"/>
        <a:ext cx="5856951" cy="522079"/>
      </dsp:txXfrm>
    </dsp:sp>
    <dsp:sp modelId="{DDFE96A2-EA35-4748-81B2-C6C76855D525}">
      <dsp:nvSpPr>
        <dsp:cNvPr id="0" name=""/>
        <dsp:cNvSpPr/>
      </dsp:nvSpPr>
      <dsp:spPr>
        <a:xfrm>
          <a:off x="0" y="3963676"/>
          <a:ext cx="5913437" cy="578565"/>
        </a:xfrm>
        <a:prstGeom prst="roundRect">
          <a:avLst/>
        </a:prstGeom>
        <a:gradFill rotWithShape="0">
          <a:gsLst>
            <a:gs pos="0">
              <a:schemeClr val="accent6">
                <a:shade val="50000"/>
                <a:hueOff val="39860"/>
                <a:satOff val="-1539"/>
                <a:lumOff val="1181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shade val="50000"/>
                <a:hueOff val="39860"/>
                <a:satOff val="-1539"/>
                <a:lumOff val="1181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shade val="50000"/>
                <a:hueOff val="39860"/>
                <a:satOff val="-1539"/>
                <a:lumOff val="1181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300" kern="1200"/>
            <a:t>Difficulty</a:t>
          </a:r>
          <a:endParaRPr lang="en-US" sz="2300" kern="1200"/>
        </a:p>
      </dsp:txBody>
      <dsp:txXfrm>
        <a:off x="28243" y="3991919"/>
        <a:ext cx="5856951" cy="5220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F5EDFD-D9F2-E1E1-EC57-161C934E5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22F5E00-C40A-B723-3ADB-BF0C6A501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75C8CF-B1F4-7EBD-2D3A-1D0139FB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32BDF5-262F-E139-7DE4-B45D0382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C1EB4D-067F-E2D5-1A4A-D3CD57B7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75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C270A6-9159-7D7A-7B5F-632F7D74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C6EC62-74C9-6BAC-E4F9-8E80460FA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52E8C1-76BF-B67F-C331-1DC62868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01D27A-CE72-C774-6915-AEB52016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3A4425-FD46-24A4-BA7A-68DD29AA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5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584DBB-D571-EA91-4C51-80FB593F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2D319E-9537-9142-B19B-8F2C07C2A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FB59BC-6DF2-497A-3CFB-41BE3861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17B078-8D00-C7AC-13CE-6F71B880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969829-A994-2290-48CC-66941EB0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460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5583EA-AB52-D542-0052-4FA50C4F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5DC21C-2095-132A-2775-64367664A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17F9BB-1B1D-AB4F-8244-2F4872CA1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563857-6A3B-EEFF-0750-36EE4DF7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C9B422-6E2A-14D1-87E5-D77FED45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7A0E01-0A7A-ED1B-318C-80305593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54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A8B9C2-95E9-6167-2769-2D1B25F8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2D6D32-E33D-A43B-BF56-8FC82F922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5C3BFD-3CBD-E77C-1D75-07719A84E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CBCAE0-EFDA-62B8-1106-9C5D7A635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F3D82B3-4F90-511D-8210-46BD6AD0C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80F9B26-C39F-1900-EAAD-1A0E560AE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D4F3BF6-34F1-C1AC-A91F-96F0ED59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D2FA757-DF22-58E3-4F33-59866CDB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38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73E791-6B73-8323-4991-3F68D26A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9B378C-B06C-C747-4AAF-B55895F3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0653953-2A54-9E78-C581-3F991A06D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087554-40D2-0C13-86B2-F0D07692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18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499C09C-1502-0085-ACF6-E423544A2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7D90680-8CC3-D7E9-EC20-53E729E1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8BF419-86E3-168C-391F-E511E7DA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175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5A65D2-A730-D488-6D65-ABEAB385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3DC0BD-6F2F-650B-B704-757304EEC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157942-7FDA-E849-87A8-D12EA5FBF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18CFCA-9ACD-2BB0-E8D4-A6C1747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CCF9BD-A0BE-109E-7023-D49A8943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54ED81-DFBC-D77F-0770-06FF76D9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81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15A0F7-A510-E920-C71B-3F2679A5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85A3D3D-D5AC-815D-11DC-9FD2731DC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A61FF7-3D5B-3253-62CC-4864B7C6B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341D46-D6AC-3F6F-EDE9-AFCA6F01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3D96CE-3B56-865E-CCD7-84F3831B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6F84F6-777B-D393-7F28-006E7300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02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552E88-29B7-4900-39FD-3C2BA506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875178-894B-2D8F-D506-BDFF2B70B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EA6AA4-A6BF-8A51-D268-F9E3ED6F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5B1BCD-6664-020A-7608-79C731AF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279EE7-2131-5E5E-17FC-98032F3D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168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E1D108-9D7E-8568-3EC4-B584405E5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12C2B3-5DA5-CF84-E02E-857BCFDA4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5D2FC0-705C-FCE9-E838-BFD14DF3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DA40D0-1255-E501-B191-AAFB2336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57A83F-2A39-2613-8A35-811C11BC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978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21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98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174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671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505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357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9987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895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HK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506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6806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89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4284237-170B-346A-1A70-DEE7CB25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930326-01E0-9060-5EC6-6AAD165D7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8C0A7F-DA59-D4D1-7A81-0570B3248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25AF04-388B-CA8B-CF61-25F4BDE44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F49A89-5541-F18C-27E7-2749193BE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6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HK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4E6D8-AA45-497B-B9C3-A908ED975339}" type="datetimeFigureOut">
              <a:rPr lang="zh-TW" altLang="en-US" smtClean="0"/>
              <a:t>2026/9/19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4A6675C-3219-43C4-8186-9EA602AC0CC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95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音訊混音器">
            <a:extLst>
              <a:ext uri="{FF2B5EF4-FFF2-40B4-BE49-F238E27FC236}">
                <a16:creationId xmlns:a16="http://schemas.microsoft.com/office/drawing/2014/main" id="{9D77F382-DCF8-8DBA-081C-9ADA4DBCD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" t="9091" r="2311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DEF698-49C2-467C-1689-0ECFD10A2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altLang="zh-TW" sz="4800" b="1" dirty="0">
                <a:latin typeface="Arial"/>
                <a:ea typeface="+mj-lt"/>
                <a:cs typeface="Arial"/>
              </a:rPr>
              <a:t>HKCC Music Concert</a:t>
            </a:r>
            <a:r>
              <a:rPr lang="zh-TW" sz="4800" b="1" dirty="0">
                <a:latin typeface="Arial"/>
                <a:ea typeface="新細明體"/>
                <a:cs typeface="Arial"/>
              </a:rPr>
              <a:t> </a:t>
            </a:r>
            <a:r>
              <a:rPr lang="en-US" altLang="zh-TW" sz="4800" b="1" dirty="0">
                <a:latin typeface="Arial"/>
                <a:ea typeface="+mj-lt"/>
                <a:cs typeface="Arial"/>
              </a:rPr>
              <a:t>Management system</a:t>
            </a:r>
            <a:endParaRPr lang="zh-TW" sz="4800" b="1" dirty="0">
              <a:latin typeface="Arial"/>
              <a:ea typeface="新細明體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A196A19-4972-D1BE-A3C0-C7212693BC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49589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DFCB8-0162-6411-E5C2-AAE2350C8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E76AA3-41B4-EB01-8D27-AA4CFCED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>
                <a:latin typeface="Aptos Display"/>
                <a:ea typeface="+mj-lt"/>
              </a:rPr>
              <a:t>Table</a:t>
            </a:r>
            <a:r>
              <a:rPr lang="zh-TW" altLang="en-US">
                <a:latin typeface="Aptos Display"/>
                <a:ea typeface="+mj-lt"/>
              </a:rPr>
              <a:t> </a:t>
            </a:r>
            <a:r>
              <a:rPr lang="en-US">
                <a:latin typeface="Aptos Display"/>
                <a:ea typeface="+mj-lt"/>
              </a:rPr>
              <a:t>of</a:t>
            </a:r>
            <a:r>
              <a:rPr lang="zh-TW" altLang="en-US">
                <a:latin typeface="Aptos Display"/>
                <a:ea typeface="+mj-lt"/>
              </a:rPr>
              <a:t> </a:t>
            </a:r>
            <a:r>
              <a:rPr lang="en-US">
                <a:latin typeface="Aptos Display"/>
                <a:ea typeface="+mj-lt"/>
              </a:rPr>
              <a:t>contents</a:t>
            </a:r>
          </a:p>
          <a:p>
            <a:endParaRPr lang="en-US" altLang="zh-TW">
              <a:latin typeface="Aptos Display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13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DF1F1A6E-522D-F2B7-4BCC-D13E6961F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08612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6595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麥克風和鋼琴">
            <a:extLst>
              <a:ext uri="{FF2B5EF4-FFF2-40B4-BE49-F238E27FC236}">
                <a16:creationId xmlns:a16="http://schemas.microsoft.com/office/drawing/2014/main" id="{0335F7CC-2FC3-0AE7-E827-F443EF5233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15105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BAF1F98E-9615-7E82-A432-AF4EFC54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zh-TW">
                <a:latin typeface="Aptos Display"/>
              </a:rPr>
              <a:t>Introduction</a:t>
            </a:r>
          </a:p>
          <a:p>
            <a:endParaRPr lang="zh-TW" altLang="en-US">
              <a:ea typeface="新細明體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35D7C7-52A6-FF08-7660-DB3B3C233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02369"/>
            <a:ext cx="10409244" cy="412304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b="1" dirty="0">
                <a:latin typeface="Aptos"/>
                <a:ea typeface="新細明體"/>
              </a:rPr>
              <a:t>A musical or live concert</a:t>
            </a:r>
            <a:r>
              <a:rPr lang="en-US" altLang="zh-TW" dirty="0">
                <a:latin typeface="Aptos"/>
                <a:ea typeface="新細明體"/>
              </a:rPr>
              <a:t> will make multiple data. 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Aptos"/>
                <a:ea typeface="新細明體"/>
              </a:rPr>
              <a:t>Data is </a:t>
            </a:r>
            <a:r>
              <a:rPr lang="en-US" altLang="zh-TW" b="1" dirty="0">
                <a:latin typeface="Aptos"/>
                <a:ea typeface="新細明體"/>
              </a:rPr>
              <a:t>essential feedback</a:t>
            </a:r>
            <a:r>
              <a:rPr lang="en-US" altLang="zh-TW" dirty="0">
                <a:latin typeface="Aptos"/>
                <a:ea typeface="新細明體"/>
              </a:rPr>
              <a:t> for future concerts. 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Aptos"/>
                <a:ea typeface="新細明體"/>
              </a:rPr>
              <a:t>Change data to </a:t>
            </a:r>
            <a:r>
              <a:rPr lang="en-US" altLang="zh-TW" b="1" dirty="0">
                <a:latin typeface="Aptos"/>
                <a:ea typeface="新細明體"/>
              </a:rPr>
              <a:t>meaningful information</a:t>
            </a:r>
            <a:r>
              <a:rPr lang="en-US" altLang="zh-TW" dirty="0">
                <a:latin typeface="Aptos"/>
                <a:ea typeface="新細明體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Aptos"/>
                <a:ea typeface="新細明體"/>
              </a:rPr>
              <a:t>Every concert has its </a:t>
            </a:r>
            <a:r>
              <a:rPr lang="en-US" altLang="zh-TW" b="1" dirty="0">
                <a:latin typeface="Aptos"/>
                <a:ea typeface="新細明體"/>
              </a:rPr>
              <a:t>venue name</a:t>
            </a:r>
            <a:r>
              <a:rPr lang="en-US" altLang="zh-TW" dirty="0">
                <a:latin typeface="Aptos"/>
                <a:ea typeface="新細明體"/>
              </a:rPr>
              <a:t>, </a:t>
            </a:r>
            <a:r>
              <a:rPr lang="en-US" altLang="zh-TW" b="1" dirty="0">
                <a:latin typeface="Aptos"/>
                <a:ea typeface="新細明體"/>
              </a:rPr>
              <a:t>number of people participating</a:t>
            </a:r>
            <a:r>
              <a:rPr lang="en-US" altLang="zh-TW" dirty="0">
                <a:latin typeface="Aptos"/>
                <a:ea typeface="新細明體"/>
              </a:rPr>
              <a:t>, </a:t>
            </a:r>
            <a:r>
              <a:rPr lang="en-US" altLang="zh-TW" b="1" dirty="0">
                <a:latin typeface="Aptos"/>
                <a:ea typeface="新細明體"/>
              </a:rPr>
              <a:t>cost</a:t>
            </a:r>
            <a:r>
              <a:rPr lang="en-US" altLang="zh-TW" dirty="0">
                <a:latin typeface="Aptos"/>
                <a:ea typeface="新細明體"/>
              </a:rPr>
              <a:t>, and </a:t>
            </a:r>
            <a:r>
              <a:rPr lang="en-US" altLang="zh-TW" b="1" dirty="0">
                <a:latin typeface="Aptos"/>
                <a:ea typeface="新細明體"/>
              </a:rPr>
              <a:t>artist name</a:t>
            </a:r>
            <a:r>
              <a:rPr lang="en-US" altLang="zh-TW" dirty="0">
                <a:latin typeface="Aptos"/>
                <a:ea typeface="新細明體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Aptos"/>
                <a:ea typeface="新細明體"/>
              </a:rPr>
              <a:t>This information is a wingman to </a:t>
            </a:r>
            <a:r>
              <a:rPr lang="en-US" altLang="zh-TW" b="1" dirty="0">
                <a:latin typeface="Aptos"/>
                <a:ea typeface="新細明體"/>
              </a:rPr>
              <a:t>analysis</a:t>
            </a:r>
            <a:r>
              <a:rPr lang="en-US" altLang="zh-TW" dirty="0">
                <a:latin typeface="Aptos"/>
                <a:ea typeface="新細明體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Aptos"/>
                <a:ea typeface="新細明體"/>
              </a:rPr>
              <a:t>Data will be </a:t>
            </a:r>
            <a:r>
              <a:rPr lang="en-US" altLang="zh-TW" b="1" dirty="0">
                <a:latin typeface="Aptos"/>
                <a:ea typeface="新細明體"/>
              </a:rPr>
              <a:t>stored</a:t>
            </a:r>
            <a:r>
              <a:rPr lang="en-US" altLang="zh-TW" dirty="0">
                <a:latin typeface="Aptos"/>
                <a:ea typeface="新細明體"/>
              </a:rPr>
              <a:t> in our database server. 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Aptos"/>
                <a:ea typeface="新細明體"/>
              </a:rPr>
              <a:t>Database is our </a:t>
            </a:r>
            <a:r>
              <a:rPr lang="en-US" altLang="zh-TW" b="1" dirty="0">
                <a:latin typeface="Aptos"/>
                <a:ea typeface="新細明體"/>
              </a:rPr>
              <a:t>staff's data source</a:t>
            </a:r>
            <a:r>
              <a:rPr lang="en-US" altLang="zh-TW" dirty="0">
                <a:latin typeface="Aptos"/>
                <a:ea typeface="新細明體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latin typeface="Aptos"/>
                <a:ea typeface="新細明體"/>
              </a:rPr>
              <a:t>They do to need to collect data </a:t>
            </a:r>
            <a:r>
              <a:rPr lang="en-US" altLang="zh-TW" b="1" dirty="0">
                <a:latin typeface="Aptos"/>
                <a:ea typeface="新細明體"/>
              </a:rPr>
              <a:t>one by one</a:t>
            </a:r>
            <a:r>
              <a:rPr lang="en-US" altLang="zh-TW" dirty="0">
                <a:latin typeface="Aptos"/>
                <a:ea typeface="新細明體"/>
              </a:rPr>
              <a:t>, which will </a:t>
            </a:r>
            <a:r>
              <a:rPr lang="en-US" altLang="zh-TW" b="1" dirty="0">
                <a:latin typeface="Aptos"/>
                <a:ea typeface="新細明體"/>
              </a:rPr>
              <a:t>increase our analysis speed</a:t>
            </a:r>
            <a:r>
              <a:rPr lang="en-US" altLang="zh-TW" dirty="0">
                <a:latin typeface="Aptos"/>
                <a:ea typeface="新細明體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zh-TW" dirty="0">
              <a:latin typeface="Aptos"/>
            </a:endParaRPr>
          </a:p>
          <a:p>
            <a:pPr>
              <a:lnSpc>
                <a:spcPct val="110000"/>
              </a:lnSpc>
            </a:pPr>
            <a:endParaRPr lang="en-US" altLang="zh-TW" dirty="0">
              <a:latin typeface="Aptos"/>
            </a:endParaRPr>
          </a:p>
          <a:p>
            <a:pPr>
              <a:lnSpc>
                <a:spcPct val="110000"/>
              </a:lnSpc>
            </a:pPr>
            <a:endParaRPr lang="zh-TW" altLang="en-US" dirty="0">
              <a:ea typeface="新細明體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322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AF68BA10-076D-E8A2-5717-1F31C72F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altLang="zh-TW">
                <a:latin typeface="Aptos Display"/>
                <a:ea typeface="+mj-lt"/>
              </a:rPr>
              <a:t>Business Rules 1</a:t>
            </a:r>
            <a:endParaRPr lang="zh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E26C98-C1D9-B8A3-E552-5F7A65990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15732"/>
            <a:ext cx="4252193" cy="3593760"/>
          </a:xfrm>
        </p:spPr>
        <p:txBody>
          <a:bodyPr>
            <a:normAutofit/>
          </a:bodyPr>
          <a:lstStyle/>
          <a:p>
            <a:pPr>
              <a:buFont typeface="Arial,Sans-Serif" panose="020B0604020202020204" pitchFamily="34" charset="0"/>
            </a:pPr>
            <a:r>
              <a:rPr lang="en-US" altLang="zh-TW" dirty="0">
                <a:latin typeface="Aptos"/>
                <a:ea typeface="新細明體"/>
              </a:rPr>
              <a:t>An Event records </a:t>
            </a:r>
            <a:r>
              <a:rPr lang="en-US" altLang="zh-TW" b="1" dirty="0">
                <a:latin typeface="Aptos"/>
                <a:ea typeface="新細明體"/>
              </a:rPr>
              <a:t>one or many</a:t>
            </a:r>
            <a:r>
              <a:rPr lang="en-US" altLang="zh-TW" dirty="0">
                <a:latin typeface="Aptos"/>
                <a:ea typeface="新細明體"/>
              </a:rPr>
              <a:t> Purchase Record, each Purchase Record are recorded in only one Event only. And the relationship between Event and Purchase Record is one to many .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C1ADC22D-9141-62E1-284C-58CDC9894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23" y="1199532"/>
            <a:ext cx="4474894" cy="405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15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74EB0CFE-7724-C985-C715-D3A6A92A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altLang="zh-TW">
                <a:latin typeface="Aptos Display"/>
                <a:ea typeface="+mj-lt"/>
              </a:rPr>
              <a:t>Business Rules 2</a:t>
            </a:r>
            <a:endParaRPr lang="zh-TW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0EC1B-7BDA-CB98-3FA3-36A8A627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330549" cy="345061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dirty="0">
                <a:latin typeface="Aptos"/>
                <a:ea typeface="新細明體"/>
              </a:rPr>
              <a:t>Each Purchase Record is recorded by </a:t>
            </a:r>
            <a:r>
              <a:rPr lang="en-US" b="1" dirty="0">
                <a:latin typeface="Aptos"/>
                <a:ea typeface="新細明體"/>
              </a:rPr>
              <a:t>only one Membership</a:t>
            </a:r>
            <a:r>
              <a:rPr lang="en-US" dirty="0">
                <a:latin typeface="Aptos"/>
                <a:ea typeface="新細明體"/>
              </a:rPr>
              <a:t>, each Membership is written by</a:t>
            </a:r>
            <a:r>
              <a:rPr lang="en-US" b="1" dirty="0">
                <a:latin typeface="Aptos"/>
                <a:ea typeface="新細明體"/>
              </a:rPr>
              <a:t> one or many Purchase Record</a:t>
            </a:r>
            <a:r>
              <a:rPr lang="en-US" dirty="0">
                <a:latin typeface="Aptos"/>
                <a:ea typeface="新細明體"/>
              </a:rPr>
              <a:t>. Therefore, the relationship between Purchase Record and Membership is </a:t>
            </a:r>
            <a:r>
              <a:rPr lang="en-US" b="1" dirty="0">
                <a:latin typeface="Aptos"/>
                <a:ea typeface="新細明體"/>
              </a:rPr>
              <a:t>1 to Many</a:t>
            </a:r>
            <a:r>
              <a:rPr lang="en-US" dirty="0">
                <a:latin typeface="Aptos"/>
                <a:ea typeface="新細明體"/>
              </a:rPr>
              <a:t>.</a:t>
            </a:r>
          </a:p>
        </p:txBody>
      </p:sp>
      <p:pic>
        <p:nvPicPr>
          <p:cNvPr id="5" name="圖片 4" descr="一張含有 文字, 螢幕擷取畫面, 數字, 平行 的圖片&#10;&#10;AI 產生的內容可能不正確。">
            <a:extLst>
              <a:ext uri="{FF2B5EF4-FFF2-40B4-BE49-F238E27FC236}">
                <a16:creationId xmlns:a16="http://schemas.microsoft.com/office/drawing/2014/main" id="{DE15E6AC-0553-5032-4ABA-8DBD9E940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928568"/>
            <a:ext cx="4960442" cy="44147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409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C767F210-A2FF-703D-E281-BD99BF0AA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altLang="zh-TW">
                <a:latin typeface="Aptos Display"/>
                <a:ea typeface="+mj-lt"/>
              </a:rPr>
              <a:t>Business Rules 3</a:t>
            </a:r>
            <a:endParaRPr lang="zh-TW">
              <a:latin typeface="Aptos Display"/>
            </a:endParaRPr>
          </a:p>
          <a:p>
            <a:endParaRPr lang="zh-TW" altLang="en-US">
              <a:ea typeface="新細明體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476E3F-CCEB-1D45-7098-3AFFAA92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380030" cy="345061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altLang="zh-TW" dirty="0">
                <a:latin typeface="Aptos"/>
                <a:ea typeface="新細明體"/>
              </a:rPr>
              <a:t>A Membership has</a:t>
            </a:r>
            <a:r>
              <a:rPr lang="en-US" altLang="zh-TW" b="1" dirty="0">
                <a:latin typeface="Aptos"/>
                <a:ea typeface="新細明體"/>
              </a:rPr>
              <a:t> only one Point records</a:t>
            </a:r>
            <a:r>
              <a:rPr lang="en-US" altLang="zh-TW" dirty="0">
                <a:latin typeface="Aptos"/>
                <a:ea typeface="新細明體"/>
              </a:rPr>
              <a:t>, each Point records record only </a:t>
            </a:r>
            <a:r>
              <a:rPr lang="en-US" altLang="zh-TW" b="1" dirty="0">
                <a:latin typeface="Aptos"/>
                <a:ea typeface="新細明體"/>
              </a:rPr>
              <a:t>one Membership</a:t>
            </a:r>
            <a:r>
              <a:rPr lang="en-US" altLang="zh-TW" dirty="0">
                <a:latin typeface="Aptos"/>
                <a:ea typeface="新細明體"/>
              </a:rPr>
              <a:t> . Therefore, the relationship between those entities are </a:t>
            </a:r>
            <a:r>
              <a:rPr lang="en-US" altLang="zh-TW" b="1" dirty="0">
                <a:latin typeface="Aptos"/>
                <a:ea typeface="新細明體"/>
              </a:rPr>
              <a:t>one to one relationship.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4" name="圖片 3" descr="一張含有 文字, 螢幕擷取畫面, 數字, 圖表 的圖片&#10;&#10;AI 產生的內容可能不正確。">
            <a:extLst>
              <a:ext uri="{FF2B5EF4-FFF2-40B4-BE49-F238E27FC236}">
                <a16:creationId xmlns:a16="http://schemas.microsoft.com/office/drawing/2014/main" id="{A6AEE1DD-BB6E-FDD1-62B9-E4FED546D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114584"/>
            <a:ext cx="4960442" cy="40427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349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C28C5098-DCF3-8B65-5932-F65AA582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altLang="zh-TW">
                <a:latin typeface="Aptos Display"/>
                <a:ea typeface="+mj-lt"/>
              </a:rPr>
              <a:t>Business Rules 4</a:t>
            </a:r>
            <a:endParaRPr lang="zh-TW">
              <a:latin typeface="Aptos Display"/>
            </a:endParaRPr>
          </a:p>
          <a:p>
            <a:endParaRPr lang="zh-TW" altLang="en-US">
              <a:ea typeface="新細明體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1A85B7-2519-B541-551D-38877F057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330549" cy="345061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altLang="zh-TW">
                <a:latin typeface="Aptos"/>
                <a:ea typeface="新細明體"/>
              </a:rPr>
              <a:t>A Purchase Record has </a:t>
            </a:r>
            <a:r>
              <a:rPr lang="en-US" altLang="zh-TW" b="1">
                <a:latin typeface="Aptos"/>
                <a:ea typeface="新細明體"/>
              </a:rPr>
              <a:t>only one Payment Method</a:t>
            </a:r>
            <a:r>
              <a:rPr lang="en-US" altLang="zh-TW">
                <a:latin typeface="Aptos"/>
                <a:ea typeface="新細明體"/>
              </a:rPr>
              <a:t>, each Payment Method belongs to o</a:t>
            </a:r>
            <a:r>
              <a:rPr lang="en-US" altLang="zh-TW" b="1">
                <a:latin typeface="Aptos"/>
                <a:ea typeface="新細明體"/>
              </a:rPr>
              <a:t>ne or many Purchase Record</a:t>
            </a:r>
            <a:r>
              <a:rPr lang="en-US" altLang="zh-TW">
                <a:latin typeface="Aptos"/>
                <a:ea typeface="新細明體"/>
              </a:rPr>
              <a:t>. And the relationship between those entities is </a:t>
            </a:r>
            <a:r>
              <a:rPr lang="en-US" altLang="zh-TW" b="1">
                <a:latin typeface="Aptos"/>
                <a:ea typeface="新細明體"/>
              </a:rPr>
              <a:t>many to one</a:t>
            </a:r>
            <a:r>
              <a:rPr lang="en-US" altLang="zh-TW">
                <a:latin typeface="Aptos"/>
                <a:ea typeface="新細明體"/>
              </a:rPr>
              <a:t> .</a:t>
            </a:r>
          </a:p>
          <a:p>
            <a:endParaRPr lang="zh-TW" altLang="en-US">
              <a:ea typeface="新細明體"/>
            </a:endParaRPr>
          </a:p>
        </p:txBody>
      </p:sp>
      <p:pic>
        <p:nvPicPr>
          <p:cNvPr id="27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74FCB5B6-5BA0-3E4B-D766-15A5B11BB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508" y="1717675"/>
            <a:ext cx="54292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48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09103D1B-8978-C4C2-C154-6AE27311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altLang="zh-TW">
                <a:latin typeface="Aptos Display"/>
                <a:ea typeface="+mj-lt"/>
              </a:rPr>
              <a:t>Business Rules 5</a:t>
            </a:r>
            <a:endParaRPr lang="zh-TW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6096C8-4721-3496-0496-0B402B6DE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330549" cy="3450613"/>
          </a:xfrm>
        </p:spPr>
        <p:txBody>
          <a:bodyPr>
            <a:normAutofit/>
          </a:bodyPr>
          <a:lstStyle/>
          <a:p>
            <a:r>
              <a:rPr lang="en-US">
                <a:latin typeface="Aptos"/>
              </a:rPr>
              <a:t>A membership has </a:t>
            </a:r>
            <a:r>
              <a:rPr lang="en-US" b="1">
                <a:latin typeface="Aptos"/>
              </a:rPr>
              <a:t>only one Gender</a:t>
            </a:r>
            <a:r>
              <a:rPr lang="en-US">
                <a:latin typeface="Aptos"/>
              </a:rPr>
              <a:t>, each gender can link to </a:t>
            </a:r>
            <a:r>
              <a:rPr lang="en-US" b="1">
                <a:latin typeface="Aptos"/>
              </a:rPr>
              <a:t>many membership</a:t>
            </a:r>
            <a:r>
              <a:rPr lang="en-US">
                <a:latin typeface="Aptos"/>
              </a:rPr>
              <a:t>. Therefore, the relationship between membership and gender is </a:t>
            </a:r>
            <a:r>
              <a:rPr lang="en-US" b="1">
                <a:latin typeface="Aptos"/>
              </a:rPr>
              <a:t>one to many</a:t>
            </a:r>
            <a:r>
              <a:rPr lang="en-US">
                <a:latin typeface="Aptos"/>
              </a:rPr>
              <a:t>. </a:t>
            </a:r>
            <a:r>
              <a:rPr lang="en-US" altLang="zh-TW">
                <a:latin typeface="Aptos"/>
                <a:ea typeface="新細明體"/>
              </a:rPr>
              <a:t> </a:t>
            </a:r>
            <a:endParaRPr lang="zh-TW" altLang="en-US">
              <a:latin typeface="Aptos"/>
              <a:ea typeface="新細明體"/>
            </a:endParaRPr>
          </a:p>
        </p:txBody>
      </p:sp>
      <p:pic>
        <p:nvPicPr>
          <p:cNvPr id="4" name="內容版面配置區 3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7EDEBE3C-606C-F2BB-F43D-393E27278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015375"/>
            <a:ext cx="4960442" cy="42411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71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4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4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BB22D898-2E1E-E291-3903-B2BF01B6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 vert="horz" lIns="91440" tIns="45720" rIns="91440" bIns="0" rtlCol="0">
            <a:normAutofit/>
          </a:bodyPr>
          <a:lstStyle/>
          <a:p>
            <a:r>
              <a:rPr lang="en-US" altLang="zh-TW"/>
              <a:t>Business Rules 6</a:t>
            </a:r>
          </a:p>
        </p:txBody>
      </p:sp>
      <p:sp>
        <p:nvSpPr>
          <p:cNvPr id="65" name="Rectangle 5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0187741E-B9FF-E76C-07F8-67FE487A6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A membership may log in to </a:t>
            </a:r>
            <a:r>
              <a:rPr lang="en-US" b="1">
                <a:latin typeface="Arial"/>
                <a:cs typeface="Arial"/>
              </a:rPr>
              <a:t>one or zero member </a:t>
            </a:r>
            <a:r>
              <a:rPr lang="en-US">
                <a:latin typeface="Arial"/>
                <a:cs typeface="Arial"/>
              </a:rPr>
              <a:t>login system account, each member login system account is logged by </a:t>
            </a:r>
            <a:r>
              <a:rPr lang="en-US" b="1">
                <a:latin typeface="Arial"/>
                <a:cs typeface="Arial"/>
              </a:rPr>
              <a:t>only one membership</a:t>
            </a:r>
            <a:r>
              <a:rPr lang="en-US">
                <a:latin typeface="Arial"/>
                <a:cs typeface="Arial"/>
              </a:rPr>
              <a:t>.</a:t>
            </a:r>
          </a:p>
        </p:txBody>
      </p:sp>
      <p:pic>
        <p:nvPicPr>
          <p:cNvPr id="5" name="內容版面配置區 4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BE244569-B1C2-F43C-51F9-2489C16AB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027776"/>
            <a:ext cx="4960442" cy="4216375"/>
          </a:xfrm>
          <a:prstGeom prst="rect">
            <a:avLst/>
          </a:prstGeom>
        </p:spPr>
      </p:pic>
      <p:pic>
        <p:nvPicPr>
          <p:cNvPr id="66" name="Picture 5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7" name="Straight Connector 5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001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HK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3C94070-616F-99AF-545F-5FA749390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altLang="zh-TW" sz="3100"/>
              <a:t>Conceptual model (ERD)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內容版面配置區 4" descr="一張含有 文字, 圖表, 平行, 方案 的圖片&#10;&#10;AI 產生的內容可能不正確。">
            <a:extLst>
              <a:ext uri="{FF2B5EF4-FFF2-40B4-BE49-F238E27FC236}">
                <a16:creationId xmlns:a16="http://schemas.microsoft.com/office/drawing/2014/main" id="{EB94BA37-0F0C-348B-0BC3-8A408E5E0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97367" y="1323005"/>
            <a:ext cx="6579491" cy="3450613"/>
          </a:xfrm>
        </p:spPr>
      </p:pic>
    </p:spTree>
    <p:extLst>
      <p:ext uri="{BB962C8B-B14F-4D97-AF65-F5344CB8AC3E}">
        <p14:creationId xmlns:p14="http://schemas.microsoft.com/office/powerpoint/2010/main" val="208561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5FDC-C88E-E48F-8431-3C2A4AF0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75C6BB-1C10-1D51-FCBE-57AF5A21D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(1)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5CB755-3C15-9ED8-DA50-7FDF6A2F8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563" y="1916062"/>
            <a:ext cx="4355088" cy="4538600"/>
          </a:xfrm>
        </p:spPr>
        <p:txBody>
          <a:bodyPr>
            <a:normAutofit/>
          </a:bodyPr>
          <a:lstStyle/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find the concert seat left. It joins 2 table,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and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endParaRPr lang="zh-TW" altLang="en-US" dirty="0">
              <a:ea typeface="Noto Sans TC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 have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counted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Customer_ID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from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table. Then using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TotalSeat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minus Customer and set the name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Seatleft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 Next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group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by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Concert_ID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and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TotalSeat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br>
              <a:rPr lang="en-US" altLang="zh-HK" dirty="0"/>
            </a:br>
            <a:endParaRPr lang="zh-TW" altLang="en-US" dirty="0">
              <a:ea typeface="新細明體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A203C8-5A2B-5C95-37DB-FE66C5C3F42A}"/>
              </a:ext>
            </a:extLst>
          </p:cNvPr>
          <p:cNvSpPr txBox="1"/>
          <p:nvPr/>
        </p:nvSpPr>
        <p:spPr>
          <a:xfrm>
            <a:off x="5358064" y="681037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latin typeface="Aptos Display"/>
                <a:ea typeface="新細明體"/>
              </a:rPr>
              <a:t>Query Name:</a:t>
            </a:r>
            <a:endParaRPr lang="zh-TW" sz="2400">
              <a:latin typeface="Aptos Display"/>
              <a:ea typeface="新細明體"/>
            </a:endParaRPr>
          </a:p>
          <a:p>
            <a:r>
              <a:rPr lang="en-US" altLang="zh-TW" sz="2400">
                <a:latin typeface="Aptos Display"/>
                <a:ea typeface="新細明體"/>
              </a:rPr>
              <a:t>Check the total seat left by a concert</a:t>
            </a:r>
            <a:endParaRPr lang="zh-TW" altLang="en-US" sz="2400">
              <a:ea typeface="新細明體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6149B-9B36-B537-9320-F4BE69573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343" y="4186461"/>
            <a:ext cx="5487166" cy="15432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4CAD6C-AE7F-435D-659B-673C37CD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43" y="1990113"/>
            <a:ext cx="3810802" cy="14388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D89648-9D9E-498D-A75F-C285536BB35A}"/>
              </a:ext>
            </a:extLst>
          </p:cNvPr>
          <p:cNvSpPr txBox="1"/>
          <p:nvPr/>
        </p:nvSpPr>
        <p:spPr>
          <a:xfrm>
            <a:off x="9926819" y="2179904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9DF0B-9A04-3D75-363C-907AD8C61308}"/>
              </a:ext>
            </a:extLst>
          </p:cNvPr>
          <p:cNvSpPr txBox="1"/>
          <p:nvPr/>
        </p:nvSpPr>
        <p:spPr>
          <a:xfrm>
            <a:off x="6429089" y="3785252"/>
            <a:ext cx="4523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/>
              <a:t>This is the result of using </a:t>
            </a:r>
            <a:r>
              <a:rPr lang="en-US" altLang="zh-HK" sz="2000" err="1"/>
              <a:t>Concert_ID</a:t>
            </a:r>
            <a:r>
              <a:rPr lang="en-US" altLang="zh-HK" sz="2000"/>
              <a:t> : 1</a:t>
            </a:r>
            <a:endParaRPr lang="zh-HK" altLang="en-US" sz="2000"/>
          </a:p>
        </p:txBody>
      </p:sp>
    </p:spTree>
    <p:extLst>
      <p:ext uri="{BB962C8B-B14F-4D97-AF65-F5344CB8AC3E}">
        <p14:creationId xmlns:p14="http://schemas.microsoft.com/office/powerpoint/2010/main" val="4185734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35FC-EFDA-A6DF-FA23-194F5FDB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A8DBA5-120D-D9C1-9B1D-D5099C29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(2)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151D5A-C86D-85C5-4EDA-CBA56E7B1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562" y="1916062"/>
            <a:ext cx="4561813" cy="4538600"/>
          </a:xfrm>
        </p:spPr>
        <p:txBody>
          <a:bodyPr>
            <a:normAutofit/>
          </a:bodyPr>
          <a:lstStyle/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show the total payment method of customer had used. It joins 2 table,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PaymentMethod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and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endParaRPr lang="zh-TW" altLang="en-US" dirty="0">
              <a:ea typeface="Noto Sans TC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 have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counted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Purchase_num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from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table and named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Payment method name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 Then join the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PM_CODE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 Next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group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by the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PM_NAME </a:t>
            </a:r>
            <a:r>
              <a:rPr lang="en-HK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and </a:t>
            </a:r>
            <a:r>
              <a:rPr lang="en-HK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order by</a:t>
            </a:r>
            <a:r>
              <a:rPr lang="en-HK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to count </a:t>
            </a:r>
            <a:r>
              <a:rPr lang="en-HK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Purchase_Num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FADE3D2-9F83-E25D-AC95-7B91AE4F7101}"/>
              </a:ext>
            </a:extLst>
          </p:cNvPr>
          <p:cNvSpPr txBox="1"/>
          <p:nvPr/>
        </p:nvSpPr>
        <p:spPr>
          <a:xfrm>
            <a:off x="5358064" y="681037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latin typeface="Aptos Display"/>
                <a:ea typeface="新細明體"/>
              </a:rPr>
              <a:t>Query Name:</a:t>
            </a:r>
            <a:endParaRPr lang="zh-TW" sz="2400">
              <a:latin typeface="Aptos Display"/>
              <a:ea typeface="新細明體"/>
            </a:endParaRPr>
          </a:p>
          <a:p>
            <a:r>
              <a:rPr lang="en-US" altLang="zh-TW" sz="2400">
                <a:latin typeface="Aptos Display"/>
                <a:ea typeface="新細明體"/>
              </a:rPr>
              <a:t>Customer payment method</a:t>
            </a:r>
            <a:endParaRPr lang="zh-TW" altLang="en-US" sz="2400">
              <a:ea typeface="新細明體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0F2F6-0FE0-FF7D-F345-301A0264E229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A27F4-1B97-8F29-4F7C-F549E84490BE}"/>
              </a:ext>
            </a:extLst>
          </p:cNvPr>
          <p:cNvSpPr txBox="1"/>
          <p:nvPr/>
        </p:nvSpPr>
        <p:spPr>
          <a:xfrm>
            <a:off x="6987354" y="3785251"/>
            <a:ext cx="2416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This is the result </a:t>
            </a:r>
            <a:endParaRPr lang="zh-HK" alt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D896AC-63C0-9900-A325-C647DE86D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812" y="2326327"/>
            <a:ext cx="4896533" cy="905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1AA55F-0098-FDEC-A9D5-11AF25BF4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20" y="4268832"/>
            <a:ext cx="3379280" cy="16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72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388D-0994-C9F3-01C4-738B7070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5C0BE0-BFFB-397E-48DA-CDC1FC47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(3)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F5E7603-8EFA-4BD7-6D76-5EA29515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979" y="1916062"/>
            <a:ext cx="3810802" cy="4538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HK" sz="1800" dirty="0">
              <a:solidFill>
                <a:srgbClr val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is used to list more than 200 membership point. First It joins 2 table,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Membership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and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point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.</a:t>
            </a:r>
          </a:p>
          <a:p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Customer_ID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have joined 2 table (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Point </a:t>
            </a:r>
            <a:r>
              <a:rPr lang="en-US" altLang="zh-HK" sz="180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and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Membership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) and the point need to &gt;200. Next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O</a:t>
            </a:r>
            <a:r>
              <a:rPr lang="en-HK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rder</a:t>
            </a:r>
            <a:r>
              <a:rPr lang="en-HK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by</a:t>
            </a:r>
            <a:r>
              <a:rPr lang="en-HK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HK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the </a:t>
            </a:r>
            <a:r>
              <a:rPr lang="en-HK" altLang="zh-HK" sz="1800" b="1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Customer_Point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F7944BB-CDD9-8366-FE05-C4CB1C15E3AE}"/>
              </a:ext>
            </a:extLst>
          </p:cNvPr>
          <p:cNvSpPr txBox="1"/>
          <p:nvPr/>
        </p:nvSpPr>
        <p:spPr>
          <a:xfrm>
            <a:off x="5358064" y="681037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latin typeface="Aptos Display"/>
                <a:ea typeface="新細明體"/>
              </a:rPr>
              <a:t>Query Name:</a:t>
            </a:r>
            <a:endParaRPr lang="zh-TW" sz="2400">
              <a:latin typeface="Aptos Display"/>
              <a:ea typeface="新細明體"/>
            </a:endParaRPr>
          </a:p>
          <a:p>
            <a:r>
              <a:rPr lang="en-US" altLang="zh-TW" sz="2400">
                <a:latin typeface="Aptos Display"/>
                <a:ea typeface="新細明體"/>
              </a:rPr>
              <a:t>Customer points &gt;=200</a:t>
            </a:r>
            <a:endParaRPr lang="zh-TW" altLang="en-US" sz="2400">
              <a:ea typeface="新細明體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A89749-53E7-5CE3-FDB3-6EDBC6788D78}"/>
              </a:ext>
            </a:extLst>
          </p:cNvPr>
          <p:cNvSpPr txBox="1"/>
          <p:nvPr/>
        </p:nvSpPr>
        <p:spPr>
          <a:xfrm>
            <a:off x="10279823" y="2122970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509051-42BB-6078-5DA0-B5EC4DFD213E}"/>
              </a:ext>
            </a:extLst>
          </p:cNvPr>
          <p:cNvSpPr txBox="1"/>
          <p:nvPr/>
        </p:nvSpPr>
        <p:spPr>
          <a:xfrm>
            <a:off x="6652711" y="3787385"/>
            <a:ext cx="2416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This is the result </a:t>
            </a:r>
            <a:endParaRPr lang="zh-HK" alt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641DD5-82E4-8D92-82AB-9657DC658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064" y="1963743"/>
            <a:ext cx="4810796" cy="952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796031-B918-10DF-0628-288E198636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660" b="69347"/>
          <a:stretch/>
        </p:blipFill>
        <p:spPr>
          <a:xfrm>
            <a:off x="6259348" y="4331926"/>
            <a:ext cx="3015816" cy="120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3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D0B02-5B49-3C1B-8BEF-91942977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C292F-E35F-AF59-B2F6-501F6310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(4)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535AD4-9356-4267-B6ED-FB6AD3BD4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979" y="1916062"/>
            <a:ext cx="3810802" cy="4056531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HK" sz="1800" dirty="0">
              <a:solidFill>
                <a:srgbClr val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find all the concert before the date that user entered. It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joins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the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Table.</a:t>
            </a:r>
          </a:p>
          <a:p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SQL has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asked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the user to enter the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date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, and it will show the result before that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date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.</a:t>
            </a:r>
          </a:p>
          <a:p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Output Concert that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before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31/12/2025.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8428F4E-3993-3207-A743-AE2EFB426C0D}"/>
              </a:ext>
            </a:extLst>
          </p:cNvPr>
          <p:cNvSpPr txBox="1"/>
          <p:nvPr/>
        </p:nvSpPr>
        <p:spPr>
          <a:xfrm>
            <a:off x="5358063" y="681037"/>
            <a:ext cx="582511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latin typeface="Aptos Display"/>
                <a:ea typeface="新細明體"/>
              </a:rPr>
              <a:t>Query Name:</a:t>
            </a:r>
            <a:endParaRPr lang="zh-TW" sz="2400">
              <a:latin typeface="Aptos Display"/>
              <a:ea typeface="新細明體"/>
            </a:endParaRPr>
          </a:p>
          <a:p>
            <a:r>
              <a:rPr lang="en-US" altLang="zh-TW" sz="2400">
                <a:latin typeface="Aptos Display"/>
                <a:ea typeface="新細明體"/>
              </a:rPr>
              <a:t>Find all the concert before the date you want</a:t>
            </a:r>
            <a:endParaRPr lang="zh-TW" altLang="en-US" sz="2400">
              <a:ea typeface="新細明體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F48FA-BCB5-03C3-F527-6897D6A6545A}"/>
              </a:ext>
            </a:extLst>
          </p:cNvPr>
          <p:cNvSpPr txBox="1"/>
          <p:nvPr/>
        </p:nvSpPr>
        <p:spPr>
          <a:xfrm>
            <a:off x="10279823" y="2122970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BA6A15-17DD-C72A-BCBD-A7F245B02B13}"/>
              </a:ext>
            </a:extLst>
          </p:cNvPr>
          <p:cNvSpPr txBox="1"/>
          <p:nvPr/>
        </p:nvSpPr>
        <p:spPr>
          <a:xfrm>
            <a:off x="6830841" y="3826969"/>
            <a:ext cx="2416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This is the result </a:t>
            </a:r>
            <a:endParaRPr lang="zh-HK" altLang="en-US" sz="200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60997BF-D3E4-42E6-7494-2658DE5C7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81" y="2033762"/>
            <a:ext cx="4772542" cy="66251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632C7E-8A1A-99C5-B5EB-58856169DA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3" r="-727" b="52532"/>
          <a:stretch/>
        </p:blipFill>
        <p:spPr>
          <a:xfrm>
            <a:off x="6906257" y="4488139"/>
            <a:ext cx="2733370" cy="148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3B44-D71D-77F6-997A-E57F84B38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D233C2-6B68-5419-A532-7CF74773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(5)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2E59273-BBB9-FA22-CBE9-DF8A1AB55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978" y="1916062"/>
            <a:ext cx="4389086" cy="4538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HK" sz="1800" b="0" i="0" u="none" strike="noStrike" dirty="0">
              <a:solidFill>
                <a:srgbClr val="00000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>
              <a:buNone/>
            </a:pPr>
            <a:endParaRPr lang="en-US" altLang="zh-HK" sz="1800" b="0" i="0" u="none" strike="noStrike" dirty="0">
              <a:solidFill>
                <a:srgbClr val="000000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is used to find the customer had own point. It joins 2 table,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Point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and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Membership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.</a:t>
            </a: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 </a:t>
            </a:r>
            <a:r>
              <a:rPr lang="en-US" altLang="zh-HK" sz="1800" b="0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Customer_ID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have joined 2 table (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Point </a:t>
            </a:r>
            <a:r>
              <a:rPr lang="en-US" altLang="zh-HK" sz="180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and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Membership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) .Then ask the user to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Enter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Customer_ID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 Next order by the </a:t>
            </a:r>
            <a:r>
              <a:rPr lang="en-US" altLang="zh-HK" sz="1800" b="0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Customer_Point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627886-1029-EEDC-BA44-A513C5254343}"/>
              </a:ext>
            </a:extLst>
          </p:cNvPr>
          <p:cNvSpPr txBox="1"/>
          <p:nvPr/>
        </p:nvSpPr>
        <p:spPr>
          <a:xfrm>
            <a:off x="5358064" y="681037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latin typeface="Aptos Display"/>
                <a:ea typeface="新細明體"/>
              </a:rPr>
              <a:t>Query Name:</a:t>
            </a:r>
          </a:p>
          <a:p>
            <a:r>
              <a:rPr lang="en-US" altLang="zh-TW" sz="2400">
                <a:latin typeface="Aptos Display"/>
                <a:ea typeface="新細明體"/>
              </a:rPr>
              <a:t>Find the point of customer own</a:t>
            </a:r>
            <a:endParaRPr lang="zh-TW" sz="2400">
              <a:latin typeface="Aptos Display"/>
              <a:ea typeface="新細明體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41B1E4-E0DD-2173-EAB5-B33049EAEBD7}"/>
              </a:ext>
            </a:extLst>
          </p:cNvPr>
          <p:cNvSpPr txBox="1"/>
          <p:nvPr/>
        </p:nvSpPr>
        <p:spPr>
          <a:xfrm>
            <a:off x="10414785" y="2439918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35FA3-F2EA-EE0B-7ADE-D744D812EDB7}"/>
              </a:ext>
            </a:extLst>
          </p:cNvPr>
          <p:cNvSpPr txBox="1"/>
          <p:nvPr/>
        </p:nvSpPr>
        <p:spPr>
          <a:xfrm>
            <a:off x="6096000" y="4182199"/>
            <a:ext cx="4607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/>
              <a:t>This is the result of using </a:t>
            </a:r>
            <a:r>
              <a:rPr lang="en-US" altLang="zh-HK" sz="2000" err="1"/>
              <a:t>Customer_ID</a:t>
            </a:r>
            <a:r>
              <a:rPr lang="en-US" altLang="zh-HK" sz="2000"/>
              <a:t> : 1</a:t>
            </a:r>
            <a:endParaRPr lang="zh-HK" alt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228F89-B778-9EE8-2DAA-DE156C712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319" y="2412044"/>
            <a:ext cx="4801270" cy="933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6ECCD8-E901-7213-B636-6F47D651FE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1" r="214" b="64571"/>
          <a:stretch/>
        </p:blipFill>
        <p:spPr>
          <a:xfrm>
            <a:off x="6100679" y="4677075"/>
            <a:ext cx="4610378" cy="67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89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A975-644F-F761-F373-E6EDC8B3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DD2853-B06F-8B61-3884-F48CBCC4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(6)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EC071F-DB8C-C0CE-5D0F-121DFAB29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43" y="1916062"/>
            <a:ext cx="4383807" cy="4538600"/>
          </a:xfrm>
        </p:spPr>
        <p:txBody>
          <a:bodyPr>
            <a:normAutofit/>
          </a:bodyPr>
          <a:lstStyle/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find the member all booked result and information. It 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joins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3 table,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,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and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PaymentMethod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endParaRPr lang="zh-TW" altLang="en-US" dirty="0">
              <a:ea typeface="Noto Sans TC"/>
            </a:endParaRPr>
          </a:p>
          <a:p>
            <a:pPr>
              <a:lnSpc>
                <a:spcPct val="100000"/>
              </a:lnSpc>
            </a:pP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 have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asked </a:t>
            </a:r>
            <a:r>
              <a:rPr lang="en-US" altLang="zh-HK" sz="180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the user to input </a:t>
            </a:r>
            <a:r>
              <a:rPr lang="en-US" altLang="zh-HK" sz="1800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Customer_ID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from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table. Then</a:t>
            </a:r>
          </a:p>
          <a:p>
            <a:pPr>
              <a:lnSpc>
                <a:spcPct val="100000"/>
              </a:lnSpc>
            </a:pP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the Purchase </a:t>
            </a:r>
            <a:r>
              <a:rPr lang="en-US" altLang="zh-HK" sz="1800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Concert_ID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is same as event.</a:t>
            </a:r>
          </a:p>
          <a:p>
            <a:pPr>
              <a:lnSpc>
                <a:spcPct val="100000"/>
              </a:lnSpc>
            </a:pPr>
            <a:r>
              <a:rPr lang="en-US" altLang="zh-HK" sz="1800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PM_Code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with </a:t>
            </a:r>
            <a:r>
              <a:rPr lang="en-US" altLang="zh-HK" sz="1800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Paymentmethod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is same </a:t>
            </a:r>
            <a:r>
              <a:rPr lang="en-US" altLang="zh-HK" sz="1800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too.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2ACF301-8495-B4EB-63B8-77BC53BABD41}"/>
              </a:ext>
            </a:extLst>
          </p:cNvPr>
          <p:cNvSpPr txBox="1"/>
          <p:nvPr/>
        </p:nvSpPr>
        <p:spPr>
          <a:xfrm>
            <a:off x="5358064" y="681037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latin typeface="Aptos Display"/>
                <a:ea typeface="新細明體"/>
              </a:rPr>
              <a:t>Query Name:</a:t>
            </a:r>
          </a:p>
          <a:p>
            <a:r>
              <a:rPr lang="en-HK" altLang="zh-TW" sz="2400">
                <a:latin typeface="Aptos Display"/>
                <a:ea typeface="新細明體"/>
              </a:rPr>
              <a:t>Finding Member all info</a:t>
            </a:r>
            <a:endParaRPr lang="zh-TW" sz="2400">
              <a:latin typeface="Aptos Display"/>
              <a:ea typeface="新細明體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CB4D89-036D-6D14-9A06-9A1DD12F2675}"/>
              </a:ext>
            </a:extLst>
          </p:cNvPr>
          <p:cNvSpPr txBox="1"/>
          <p:nvPr/>
        </p:nvSpPr>
        <p:spPr>
          <a:xfrm>
            <a:off x="9926819" y="2179904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7B2085-2725-1F11-BB47-72FADA90AF7B}"/>
              </a:ext>
            </a:extLst>
          </p:cNvPr>
          <p:cNvSpPr txBox="1"/>
          <p:nvPr/>
        </p:nvSpPr>
        <p:spPr>
          <a:xfrm>
            <a:off x="6429089" y="3785252"/>
            <a:ext cx="4607030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HK" sz="2000">
                <a:ea typeface="新細明體"/>
              </a:rPr>
              <a:t>This is the result of using </a:t>
            </a:r>
            <a:r>
              <a:rPr lang="en-US" altLang="zh-HK" sz="2000" err="1">
                <a:ea typeface="新細明體"/>
              </a:rPr>
              <a:t>Customer_ID</a:t>
            </a:r>
            <a:r>
              <a:rPr lang="en-US" altLang="zh-HK" sz="2000">
                <a:ea typeface="新細明體"/>
              </a:rPr>
              <a:t> : 1</a:t>
            </a:r>
            <a:endParaRPr lang="zh-HK" altLang="en-US" sz="2000">
              <a:ea typeface="新細明體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546288-0C8C-3C00-3EBB-07B61A0B0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707" y="2140103"/>
            <a:ext cx="4563112" cy="952633"/>
          </a:xfrm>
          <a:prstGeom prst="rect">
            <a:avLst/>
          </a:prstGeom>
        </p:spPr>
      </p:pic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DF476E7-E76F-8CFF-ABDD-601DC94D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763" y="4389046"/>
            <a:ext cx="72485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82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A9E1A-E067-0F0C-3E50-55C43516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6A0872-8126-8BD3-24E9-8864B02A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(7)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111BA0-AA16-E25A-6164-28F0CA64C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75" y="2203049"/>
            <a:ext cx="3810802" cy="4538600"/>
          </a:xfrm>
        </p:spPr>
        <p:txBody>
          <a:bodyPr>
            <a:norm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Segoe UI"/>
                <a:ea typeface="Noto Sans TC"/>
                <a:cs typeface="Segoe UI"/>
              </a:rPr>
              <a:t>This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Segoe UI"/>
                <a:ea typeface="Noto Sans TC"/>
                <a:cs typeface="Segoe UI"/>
              </a:rPr>
              <a:t>SQL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Segoe UI"/>
                <a:ea typeface="Noto Sans TC"/>
                <a:cs typeface="Segoe UI"/>
              </a:rPr>
              <a:t> is used to </a:t>
            </a:r>
            <a:r>
              <a:rPr lang="en-US" sz="1800" dirty="0">
                <a:solidFill>
                  <a:srgbClr val="000000"/>
                </a:solidFill>
                <a:latin typeface="Segoe UI"/>
                <a:ea typeface="Noto Sans TC"/>
                <a:cs typeface="Segoe UI"/>
              </a:rPr>
              <a:t>find customer seat. It joins 3 table, </a:t>
            </a:r>
            <a:r>
              <a:rPr lang="en-US" sz="1800" b="1" dirty="0">
                <a:solidFill>
                  <a:srgbClr val="000000"/>
                </a:solidFill>
                <a:latin typeface="Segoe UI"/>
                <a:ea typeface="Noto Sans TC"/>
                <a:cs typeface="Segoe UI"/>
              </a:rPr>
              <a:t>Membership, </a:t>
            </a:r>
            <a:r>
              <a:rPr lang="en-US" sz="1800" b="1" dirty="0" err="1">
                <a:solidFill>
                  <a:srgbClr val="000000"/>
                </a:solidFill>
                <a:latin typeface="Segoe UI"/>
                <a:ea typeface="Noto Sans TC"/>
                <a:cs typeface="Segoe UI"/>
              </a:rPr>
              <a:t>Purchase_Record</a:t>
            </a:r>
            <a:r>
              <a:rPr lang="en-US" sz="1800" b="1" dirty="0">
                <a:solidFill>
                  <a:srgbClr val="000000"/>
                </a:solidFill>
                <a:latin typeface="Segoe UI"/>
                <a:ea typeface="Noto Sans TC"/>
                <a:cs typeface="Segoe UI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Segoe UI"/>
                <a:ea typeface="Noto Sans TC"/>
                <a:cs typeface="Segoe UI"/>
              </a:rPr>
              <a:t>and</a:t>
            </a:r>
            <a:r>
              <a:rPr lang="en-US" sz="1800" b="1" dirty="0">
                <a:solidFill>
                  <a:srgbClr val="000000"/>
                </a:solidFill>
                <a:latin typeface="Segoe UI"/>
                <a:ea typeface="Noto Sans TC"/>
                <a:cs typeface="Segoe UI"/>
              </a:rPr>
              <a:t> Event.</a:t>
            </a:r>
            <a:endParaRPr lang="en-HK" altLang="zh-TW" sz="1800" b="1" dirty="0">
              <a:latin typeface="Segoe UI"/>
              <a:ea typeface="Noto Sans TC" panose="020B0200000000000000"/>
              <a:cs typeface="Segoe UI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The purchase is linked to the correct concert event. 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Next,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Only purchases made by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valid members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 are included.</a:t>
            </a:r>
            <a:endParaRPr lang="en-HK" altLang="zh-TW" sz="1800" b="1" dirty="0">
              <a:latin typeface="Segoe UI"/>
              <a:ea typeface="新細明體"/>
              <a:cs typeface="Segoe U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86E9A02-C224-95F7-2CD6-B4C200170C27}"/>
              </a:ext>
            </a:extLst>
          </p:cNvPr>
          <p:cNvSpPr txBox="1"/>
          <p:nvPr/>
        </p:nvSpPr>
        <p:spPr>
          <a:xfrm>
            <a:off x="5358064" y="681037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sz="2400">
                <a:latin typeface="Aptos Display"/>
                <a:ea typeface="新細明體"/>
              </a:rPr>
              <a:t>For customer find their seat </a:t>
            </a:r>
            <a:endParaRPr lang="en-H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E2A25-7511-1AD5-E87E-E1982662DC57}"/>
              </a:ext>
            </a:extLst>
          </p:cNvPr>
          <p:cNvSpPr txBox="1"/>
          <p:nvPr/>
        </p:nvSpPr>
        <p:spPr>
          <a:xfrm>
            <a:off x="10787780" y="2318449"/>
            <a:ext cx="1616474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>
                <a:ea typeface="新細明體"/>
              </a:rPr>
              <a:t>SQL Code</a:t>
            </a:r>
            <a:endParaRPr lang="en-US" altLang="zh-HK" sz="2000"/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78AE2B-4A88-ECDC-4755-13FF400131B5}"/>
              </a:ext>
            </a:extLst>
          </p:cNvPr>
          <p:cNvSpPr txBox="1"/>
          <p:nvPr/>
        </p:nvSpPr>
        <p:spPr>
          <a:xfrm>
            <a:off x="6096000" y="4272294"/>
            <a:ext cx="4836260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HK" sz="2000" dirty="0">
                <a:ea typeface="新細明體"/>
              </a:rPr>
              <a:t>This is the result of using </a:t>
            </a:r>
            <a:r>
              <a:rPr lang="en-US" altLang="zh-HK" sz="2000" dirty="0" err="1">
                <a:ea typeface="新細明體"/>
              </a:rPr>
              <a:t>Membership_ID</a:t>
            </a:r>
            <a:r>
              <a:rPr lang="en-US" altLang="zh-HK" sz="2000" dirty="0">
                <a:ea typeface="新細明體"/>
              </a:rPr>
              <a:t> : 1</a:t>
            </a:r>
            <a:endParaRPr lang="zh-HK" altLang="en-US" sz="2000" dirty="0">
              <a:ea typeface="新細明體"/>
            </a:endParaRPr>
          </a:p>
        </p:txBody>
      </p:sp>
      <p:pic>
        <p:nvPicPr>
          <p:cNvPr id="3" name="圖片 2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CDBCD75D-7A14-5471-0654-FBCE07D9B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536" y="2252391"/>
            <a:ext cx="6200875" cy="1019175"/>
          </a:xfrm>
          <a:prstGeom prst="rect">
            <a:avLst/>
          </a:prstGeom>
        </p:spPr>
      </p:pic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92CF864-347B-A777-C5AA-488373576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876" y="5085597"/>
            <a:ext cx="99917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40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46BD-386C-EB55-CBC8-DD45BA847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B9D66-E311-FDDF-EBB4-D14698E5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(8)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3499D3-9561-DBA2-4AEB-2A38D4466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535" y="2009368"/>
            <a:ext cx="4381687" cy="4538600"/>
          </a:xfrm>
        </p:spPr>
        <p:txBody>
          <a:bodyPr>
            <a:normAutofit/>
          </a:bodyPr>
          <a:lstStyle/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list which customer prefer payment method. It joins 3 table,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PaymentMethod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,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sz="180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and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Membership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endParaRPr lang="zh-TW" altLang="en-US" dirty="0">
              <a:ea typeface="Noto Sans TC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 have asked the user to type the which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Paymentmethod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.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Next, use Membership to Ensures purchases are made by valid members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89A11F4-AC67-78B1-666C-9E661290D68B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altLang="zh-TW" sz="2400">
                <a:latin typeface="Aptos Display"/>
                <a:ea typeface="新細明體"/>
              </a:rPr>
              <a:t>List of customer prefer payment method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EDA0D-089E-C8B9-3E79-DF5E99B7DAF4}"/>
              </a:ext>
            </a:extLst>
          </p:cNvPr>
          <p:cNvSpPr txBox="1"/>
          <p:nvPr/>
        </p:nvSpPr>
        <p:spPr>
          <a:xfrm>
            <a:off x="10742295" y="2548801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03AAB-EAEE-23F0-7779-2B8C5BB2DEA5}"/>
              </a:ext>
            </a:extLst>
          </p:cNvPr>
          <p:cNvSpPr txBox="1"/>
          <p:nvPr/>
        </p:nvSpPr>
        <p:spPr>
          <a:xfrm>
            <a:off x="6932490" y="3632091"/>
            <a:ext cx="487241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>
                <a:ea typeface="新細明體"/>
              </a:rPr>
              <a:t>This is the result of using PM_NAME : Alipay</a:t>
            </a:r>
            <a:endParaRPr lang="zh-HK" altLang="en-US" sz="2000"/>
          </a:p>
        </p:txBody>
      </p:sp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DB80070-A7AA-2203-76F0-9A69B19CE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566" y="2364768"/>
            <a:ext cx="5695950" cy="1076325"/>
          </a:xfrm>
          <a:prstGeom prst="rect">
            <a:avLst/>
          </a:prstGeom>
        </p:spPr>
      </p:pic>
      <p:pic>
        <p:nvPicPr>
          <p:cNvPr id="6" name="圖片 5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48312E05-8135-8F23-9789-56893F11B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57" y="4184423"/>
            <a:ext cx="57150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16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0597-BA97-10A9-B018-809DA1BD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942B1F-1243-D399-6E13-3749AA86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(9)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607D7A-0C8E-49CA-4191-D66F5C04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817" y="1824981"/>
            <a:ext cx="4046582" cy="4538600"/>
          </a:xfrm>
        </p:spPr>
        <p:txBody>
          <a:bodyPr>
            <a:normAutofit lnSpcReduction="10000"/>
          </a:bodyPr>
          <a:lstStyle/>
          <a:p>
            <a:endParaRPr lang="en-US" altLang="zh-HK" sz="1800" b="0" i="0" u="none" strike="noStrike" dirty="0">
              <a:solidFill>
                <a:srgbClr val="000000"/>
              </a:solidFill>
              <a:effectLst/>
              <a:latin typeface="Noto Sans TC"/>
              <a:ea typeface="Noto Sans TC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is used to show all the viewer of the selected 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Event with their price.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It 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joins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2 table,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Event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,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Membership and Record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</a:t>
            </a:r>
            <a:endParaRPr lang="zh-TW" altLang="en-US" dirty="0"/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SQL have ensured the concert in the Event table matches the concert in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Purchase_Record</a:t>
            </a:r>
            <a:r>
              <a:rPr lang="en-US" altLang="zh-HK" sz="180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 Then selected concert with matches the user-selected concert with the concert ID in the Event table.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D00CC7-231A-DE3A-27DF-BE8FE7AA904F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altLang="zh-TW" sz="2400">
                <a:latin typeface="Aptos Display"/>
                <a:ea typeface="新細明體"/>
              </a:rPr>
              <a:t>The customer list of each concert</a:t>
            </a:r>
            <a:endParaRPr lang="zh-TW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51F2AA-D7FF-FE45-5812-F1B8661AD491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76129E-C0F7-D032-7E9F-14FF6068215B}"/>
              </a:ext>
            </a:extLst>
          </p:cNvPr>
          <p:cNvSpPr txBox="1"/>
          <p:nvPr/>
        </p:nvSpPr>
        <p:spPr>
          <a:xfrm>
            <a:off x="6987354" y="3785251"/>
            <a:ext cx="463902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>
                <a:ea typeface="新細明體"/>
              </a:rPr>
              <a:t>This is the result of using : </a:t>
            </a:r>
            <a:r>
              <a:rPr lang="en-US" altLang="zh-HK" sz="2000" err="1">
                <a:ea typeface="新細明體"/>
              </a:rPr>
              <a:t>event_ID</a:t>
            </a:r>
            <a:r>
              <a:rPr lang="en-US" altLang="zh-HK" sz="2000">
                <a:ea typeface="新細明體"/>
              </a:rPr>
              <a:t> 1</a:t>
            </a:r>
            <a:endParaRPr lang="zh-HK" altLang="en-US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C4DC82-5CC8-F52A-9B97-01CA5A8AC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399" y="4529647"/>
            <a:ext cx="6744641" cy="123842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FE55A25-F32C-1EC2-7C41-CB8669085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99" y="2215581"/>
            <a:ext cx="5167787" cy="7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9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E9D1-DDBC-9540-C0F7-7EA5BB5D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AFA0B-E1AD-FB0A-2C78-2B472035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(10)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4EFE2F-5212-87A5-F4F7-563D5DEA9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264" y="1916062"/>
            <a:ext cx="4352799" cy="4512170"/>
          </a:xfrm>
        </p:spPr>
        <p:txBody>
          <a:bodyPr>
            <a:normAutofit/>
          </a:bodyPr>
          <a:lstStyle/>
          <a:p>
            <a:endParaRPr lang="en-US" altLang="zh-HK" sz="1800" b="0" i="0" u="none" strike="noStrike" dirty="0">
              <a:solidFill>
                <a:srgbClr val="000000"/>
              </a:solidFill>
              <a:effectLst/>
              <a:latin typeface="Noto Sans TC" panose="020B0200000000000000" pitchFamily="34" charset="-120"/>
              <a:ea typeface="Noto Sans TC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show the total income of each concert. It 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joins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2 table,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and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SQL have related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Concert_ID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with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Purchase_Record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and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Event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 Next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group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by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Event_Name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HK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and </a:t>
            </a:r>
            <a:r>
              <a:rPr lang="en-HK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Concert_ID</a:t>
            </a:r>
            <a:r>
              <a:rPr lang="en-HK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. Also, </a:t>
            </a:r>
            <a:r>
              <a:rPr lang="en-HK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order by</a:t>
            </a:r>
            <a:r>
              <a:rPr lang="en-HK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to </a:t>
            </a:r>
            <a:r>
              <a:rPr lang="en-HK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Sum </a:t>
            </a:r>
            <a:r>
              <a:rPr lang="en-HK" altLang="zh-HK" sz="1800" dirty="0" err="1">
                <a:solidFill>
                  <a:srgbClr val="000000"/>
                </a:solidFill>
                <a:latin typeface="Noto Sans TC"/>
                <a:ea typeface="Noto Sans TC"/>
              </a:rPr>
              <a:t>Purchase_Price</a:t>
            </a:r>
            <a:r>
              <a:rPr lang="en-HK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with descend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 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23ED92-F21D-5C39-9375-B9119D369505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altLang="zh-TW" sz="2400">
                <a:latin typeface="Aptos Display"/>
                <a:ea typeface="新細明體"/>
              </a:rPr>
              <a:t>The total income for each concert</a:t>
            </a:r>
            <a:endParaRPr lang="zh-TW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71C5E8-E54E-41EB-A175-F6FA9629EEFA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FC535A-A945-F91D-04C5-CF10EFAE7392}"/>
              </a:ext>
            </a:extLst>
          </p:cNvPr>
          <p:cNvSpPr txBox="1"/>
          <p:nvPr/>
        </p:nvSpPr>
        <p:spPr>
          <a:xfrm>
            <a:off x="5480296" y="3580947"/>
            <a:ext cx="463902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>
                <a:ea typeface="新細明體"/>
              </a:rPr>
              <a:t>This is the result :</a:t>
            </a:r>
            <a:endParaRPr lang="zh-HK" altLang="en-US" sz="2000"/>
          </a:p>
        </p:txBody>
      </p:sp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96EEF8DA-4CDC-5B0A-737B-2191F13EA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099" y="2327813"/>
            <a:ext cx="4467225" cy="857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CCC6D4-8103-05F5-B5D6-CA91D6E06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981" y="3455878"/>
            <a:ext cx="4668019" cy="251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04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B3020-C238-9E6B-ADB8-0D71ECC1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FF52A-C56A-D606-3B27-6A5D2E78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(11)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8D665C-7554-6BEE-EE1A-D38F5F50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265" y="1916062"/>
            <a:ext cx="4196750" cy="4538600"/>
          </a:xfrm>
        </p:spPr>
        <p:txBody>
          <a:bodyPr>
            <a:normAutofit lnSpcReduction="10000"/>
          </a:bodyPr>
          <a:lstStyle/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is used to show the total 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number of buyer from concerts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 It 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joins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2 table,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Event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and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/>
                <a:ea typeface="Noto Sans TC"/>
              </a:rPr>
              <a:t>Purchase_Record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</a:t>
            </a:r>
            <a:endParaRPr lang="zh-TW" altLang="en-US" dirty="0"/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SQL have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counted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the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/>
                <a:ea typeface="Noto Sans TC"/>
              </a:rPr>
              <a:t>Customer_ID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from the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/>
                <a:ea typeface="Noto Sans TC"/>
              </a:rPr>
              <a:t>Purchase_Record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table and named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/>
                <a:ea typeface="Noto Sans TC"/>
              </a:rPr>
              <a:t>Totalnumberbuyer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 Then This condition is essential for accurately correlating event information with corresponding purchase data. Next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group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by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the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Concert_ID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and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Event_name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. 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2FCC573-7326-7A5D-C84F-E61BAA1ADB9D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altLang="zh-TW" sz="2400">
                <a:latin typeface="Aptos Display"/>
                <a:ea typeface="新細明體"/>
              </a:rPr>
              <a:t>Total buyers for each concert</a:t>
            </a:r>
            <a:endParaRPr lang="zh-TW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E16BE-1FDE-2DB0-5097-D9DBA18A9FF0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94E4FF-25D5-76C7-9084-103A13C18615}"/>
              </a:ext>
            </a:extLst>
          </p:cNvPr>
          <p:cNvSpPr txBox="1"/>
          <p:nvPr/>
        </p:nvSpPr>
        <p:spPr>
          <a:xfrm>
            <a:off x="6987354" y="3785251"/>
            <a:ext cx="463902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>
                <a:ea typeface="新細明體"/>
              </a:rPr>
              <a:t>This is the result  :</a:t>
            </a:r>
            <a:endParaRPr lang="zh-HK" altLang="en-US" sz="2000"/>
          </a:p>
        </p:txBody>
      </p:sp>
      <p:pic>
        <p:nvPicPr>
          <p:cNvPr id="7" name="圖片 6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22646C54-A1A6-2928-9D48-F065138E4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157" y="4184196"/>
            <a:ext cx="3962400" cy="1809750"/>
          </a:xfrm>
          <a:prstGeom prst="rect">
            <a:avLst/>
          </a:prstGeom>
        </p:spPr>
      </p:pic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3A394478-848D-3969-E437-AE11EE7C4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94" y="2359705"/>
            <a:ext cx="43529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46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972C-7631-D139-D1BF-14597CEC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BF11F7-5219-746B-02B5-E17141C4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(12)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F7BFCD-323C-D7B7-9171-F96CCD98F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265" y="1916062"/>
            <a:ext cx="3810802" cy="4538600"/>
          </a:xfrm>
        </p:spPr>
        <p:txBody>
          <a:bodyPr>
            <a:normAutofit/>
          </a:bodyPr>
          <a:lstStyle/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count the Total customer </a:t>
            </a:r>
            <a:r>
              <a:rPr lang="en-US" altLang="zh-HK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also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count the VIP and Standard Member With All Concert. It joins 2 table, </a:t>
            </a:r>
            <a:r>
              <a:rPr lang="en-US" altLang="zh-HK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and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  <a:endParaRPr lang="zh-TW" altLang="en-US" dirty="0"/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SQL have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counted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the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/>
                <a:ea typeface="Noto Sans TC"/>
              </a:rPr>
              <a:t>Customer_ID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from the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/>
                <a:ea typeface="Noto Sans TC"/>
              </a:rPr>
              <a:t>Purchase_Record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table and named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Total Customer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 Then </a:t>
            </a:r>
            <a:r>
              <a:rPr lang="en-US" altLang="zh-HK" sz="1800" b="1" i="0" u="none" strike="noStrike" dirty="0" err="1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Sumif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the ticket type with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1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and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0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. Next 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group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by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the </a:t>
            </a:r>
            <a:r>
              <a:rPr lang="en-US" altLang="zh-HK" sz="1800" b="1" dirty="0" err="1">
                <a:solidFill>
                  <a:srgbClr val="000000"/>
                </a:solidFill>
                <a:latin typeface="Noto Sans TC"/>
                <a:ea typeface="Noto Sans TC"/>
              </a:rPr>
              <a:t>Concert_ID</a:t>
            </a:r>
            <a:r>
              <a:rPr lang="en-US" altLang="zh-HK" sz="1800" b="1" dirty="0">
                <a:solidFill>
                  <a:srgbClr val="000000"/>
                </a:solidFill>
                <a:latin typeface="Noto Sans TC"/>
                <a:ea typeface="Noto Sans TC"/>
              </a:rPr>
              <a:t> and Artist.</a:t>
            </a:r>
            <a:br>
              <a:rPr lang="en-US" altLang="zh-HK" dirty="0"/>
            </a:b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3D7CD6-AE19-5842-CF6A-4DB0C0497190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altLang="zh-TW" sz="2400">
                <a:latin typeface="Aptos Display"/>
                <a:ea typeface="新細明體"/>
              </a:rPr>
              <a:t>VIP/Standard Member of each Concert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9910F0-2856-621B-B483-5C724A78A24D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B83165-F9CC-AD06-FFB5-C02AAF8272CF}"/>
              </a:ext>
            </a:extLst>
          </p:cNvPr>
          <p:cNvSpPr txBox="1"/>
          <p:nvPr/>
        </p:nvSpPr>
        <p:spPr>
          <a:xfrm>
            <a:off x="6987354" y="3785251"/>
            <a:ext cx="463902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>
                <a:ea typeface="新細明體"/>
              </a:rPr>
              <a:t>This is the result  :</a:t>
            </a:r>
            <a:endParaRPr lang="zh-HK" altLang="en-US" sz="2000"/>
          </a:p>
        </p:txBody>
      </p:sp>
      <p:pic>
        <p:nvPicPr>
          <p:cNvPr id="6" name="圖片 5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50EA47C2-AE51-E075-41C7-51A969292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786" y="4183968"/>
            <a:ext cx="6067425" cy="18035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A15CC7-EBF2-5D5A-80BA-9501C2A49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355" y="2255581"/>
            <a:ext cx="501084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06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8484-1B96-C968-C577-367A4C83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AD3F1F-C6DB-2966-5C90-772865E0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(13)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2724-7A38-C267-86A7-4D2CC974A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265" y="1916062"/>
            <a:ext cx="3810802" cy="4538600"/>
          </a:xfrm>
        </p:spPr>
        <p:txBody>
          <a:bodyPr>
            <a:normAutofit/>
          </a:bodyPr>
          <a:lstStyle/>
          <a:p>
            <a:endParaRPr lang="en-US" altLang="zh-HK" sz="1800" b="0" i="0" u="none" strike="noStrike" dirty="0">
              <a:solidFill>
                <a:srgbClr val="000000"/>
              </a:solidFill>
              <a:effectLst/>
              <a:latin typeface="Noto Sans TC"/>
              <a:ea typeface="Noto Sans TC"/>
            </a:endParaRPr>
          </a:p>
          <a:p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This </a:t>
            </a:r>
            <a:r>
              <a:rPr lang="en-US" altLang="zh-HK" sz="18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SQL</a:t>
            </a:r>
            <a:r>
              <a:rPr lang="en-US" altLang="zh-HK" sz="18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is used 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list the Artist from the user entered value. It </a:t>
            </a:r>
            <a:r>
              <a:rPr lang="en-US" altLang="zh-HK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joins </a:t>
            </a:r>
            <a:r>
              <a:rPr lang="en-US" altLang="zh-HK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altLang="zh-HK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table. </a:t>
            </a:r>
          </a:p>
          <a:p>
            <a:r>
              <a:rPr lang="en-US" altLang="zh-HK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SQL </a:t>
            </a:r>
            <a:r>
              <a:rPr lang="en-US" altLang="zh-HK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have </a:t>
            </a:r>
            <a:r>
              <a:rPr lang="en-US" altLang="zh-HK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asked</a:t>
            </a:r>
            <a:r>
              <a:rPr lang="en-US" altLang="zh-HK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the user to type their prefer artist name. It will </a:t>
            </a:r>
            <a:r>
              <a:rPr lang="en-US" altLang="zh-HK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show</a:t>
            </a:r>
            <a:r>
              <a:rPr lang="en-US" altLang="zh-HK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the selected artist resource on the result.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7CAE2BC-EE8D-8E30-F71B-16E21DF49252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altLang="zh-TW" sz="2400">
                <a:latin typeface="Aptos Display"/>
                <a:ea typeface="新細明體"/>
              </a:rPr>
              <a:t>Artist search event</a:t>
            </a:r>
            <a:endParaRPr lang="en-H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318BE1-3AD1-6E12-6233-CAF46B225C66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/>
              <a:t>SQL Code</a:t>
            </a:r>
          </a:p>
          <a:p>
            <a:endParaRPr lang="zh-HK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81CF7-72A6-0BCE-18C9-C732571F340B}"/>
              </a:ext>
            </a:extLst>
          </p:cNvPr>
          <p:cNvSpPr txBox="1"/>
          <p:nvPr/>
        </p:nvSpPr>
        <p:spPr>
          <a:xfrm>
            <a:off x="6349437" y="4799257"/>
            <a:ext cx="532674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 dirty="0">
                <a:ea typeface="新細明體"/>
              </a:rPr>
              <a:t>This is the result of using </a:t>
            </a:r>
            <a:r>
              <a:rPr lang="en-US" altLang="zh-HK" sz="2000" dirty="0"/>
              <a:t>:Classy Music band</a:t>
            </a:r>
            <a:endParaRPr lang="zh-HK" altLang="en-US" sz="2000" dirty="0"/>
          </a:p>
        </p:txBody>
      </p:sp>
      <p:pic>
        <p:nvPicPr>
          <p:cNvPr id="7" name="圖片 6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6D33D53C-3463-8744-84B5-37A5B8ADE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08" y="2293917"/>
            <a:ext cx="4602696" cy="9824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3025"/>
            <a:ext cx="12240044" cy="30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43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DA48-7960-2B12-BF14-F9AC7BE0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0371F-F236-ABF7-9F16-C303B3C55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(14)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215096-EAAD-0249-BEFE-1217DDE77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265" y="1916062"/>
            <a:ext cx="3810802" cy="4538600"/>
          </a:xfrm>
        </p:spPr>
        <p:txBody>
          <a:bodyPr>
            <a:norm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This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SQL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is used to </a:t>
            </a:r>
            <a:r>
              <a:rPr lang="en-US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show and list </a:t>
            </a:r>
            <a:r>
              <a:rPr lang="en-US" altLang="zh-HK" sz="1800" dirty="0">
                <a:solidFill>
                  <a:srgbClr val="000000"/>
                </a:solidFill>
                <a:latin typeface="Noto Sans TC"/>
                <a:ea typeface="Noto Sans TC"/>
              </a:rPr>
              <a:t>from the user entered </a:t>
            </a:r>
            <a:r>
              <a:rPr lang="en-US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Organizer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 It joins </a:t>
            </a:r>
            <a:r>
              <a:rPr lang="en-US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table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Noto Sans TC" panose="020B0200000000000000" pitchFamily="34" charset="-120"/>
                <a:ea typeface="Noto Sans TC"/>
              </a:rPr>
              <a:t>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SQL have asked the user to type which </a:t>
            </a:r>
            <a:r>
              <a:rPr lang="en-US" altLang="zh-TW" sz="18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organizer</a:t>
            </a:r>
            <a:r>
              <a:rPr lang="en-US" altLang="zh-TW" sz="1800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they want. It will show the result of entered value, for example Warmer Limited, 1/5/2025.</a:t>
            </a:r>
            <a:endParaRPr lang="en-US" altLang="zh-HK" sz="1800" dirty="0">
              <a:latin typeface="Noto Sans TC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295462-F367-5F52-A5EB-ED226DFA90D6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  <a:endParaRPr lang="en-US" sz="2400">
              <a:latin typeface="Aptos Display"/>
              <a:ea typeface="新細明體"/>
            </a:endParaRPr>
          </a:p>
          <a:p>
            <a:r>
              <a:rPr lang="en-HK" altLang="zh-TW" sz="2400">
                <a:latin typeface="Aptos Display"/>
                <a:ea typeface="新細明體"/>
              </a:rPr>
              <a:t>Organizer search event</a:t>
            </a:r>
            <a:endParaRPr lang="en-H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C885AC-FA77-C864-E81C-E0776294037F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DF374D-9D98-B35C-85C0-CA2C1BFFB477}"/>
              </a:ext>
            </a:extLst>
          </p:cNvPr>
          <p:cNvSpPr txBox="1"/>
          <p:nvPr/>
        </p:nvSpPr>
        <p:spPr>
          <a:xfrm>
            <a:off x="6864262" y="4374093"/>
            <a:ext cx="463902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 dirty="0">
                <a:ea typeface="新細明體"/>
              </a:rPr>
              <a:t>This is the result of using : Warmer Limited</a:t>
            </a:r>
            <a:endParaRPr lang="zh-HK" altLang="en-US" sz="2000" dirty="0"/>
          </a:p>
        </p:txBody>
      </p:sp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0B652A9-D3F8-FDFD-40FD-D138A6874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4" y="4952237"/>
            <a:ext cx="7750752" cy="495300"/>
          </a:xfrm>
          <a:prstGeom prst="rect">
            <a:avLst/>
          </a:prstGeom>
        </p:spPr>
      </p:pic>
      <p:pic>
        <p:nvPicPr>
          <p:cNvPr id="7" name="圖片 6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B81EB15-36F0-81FE-015A-36D2AF2C5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734" y="2253590"/>
            <a:ext cx="40481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78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CC50-BF5E-4E53-D39E-1806E0BC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963B80-62A0-A508-DF34-9425B32C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>
                <a:ea typeface="+mj-lt"/>
                <a:cs typeface="+mj-lt"/>
              </a:rPr>
              <a:t>L</a:t>
            </a:r>
            <a:r>
              <a:rPr lang="zh-TW">
                <a:ea typeface="+mj-lt"/>
                <a:cs typeface="+mj-lt"/>
              </a:rPr>
              <a:t>o</a:t>
            </a:r>
            <a:r>
              <a:rPr lang="en-US" altLang="zh-TW" err="1">
                <a:ea typeface="+mj-lt"/>
                <a:cs typeface="+mj-lt"/>
              </a:rPr>
              <a:t>gi</a:t>
            </a:r>
            <a:r>
              <a:rPr lang="zh-TW">
                <a:ea typeface="+mj-lt"/>
                <a:cs typeface="+mj-lt"/>
              </a:rPr>
              <a:t>cal de</a:t>
            </a:r>
            <a:r>
              <a:rPr lang="en-US" altLang="zh-TW">
                <a:ea typeface="+mj-lt"/>
                <a:cs typeface="+mj-lt"/>
              </a:rPr>
              <a:t>sign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 altLang="zh-TW">
                <a:ea typeface="+mj-lt"/>
                <a:cs typeface="+mj-lt"/>
              </a:rPr>
              <a:t>(15)</a:t>
            </a:r>
            <a:endParaRPr lang="zh-TW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B1C287-6D37-D887-0682-A24EE572A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265" y="1916062"/>
            <a:ext cx="3810802" cy="45386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Noto Sans TC"/>
              </a:rPr>
              <a:t>This SQL is used to let user to </a:t>
            </a:r>
            <a:r>
              <a:rPr lang="en-US" b="1" dirty="0">
                <a:latin typeface="Noto Sans TC"/>
              </a:rPr>
              <a:t>list</a:t>
            </a:r>
            <a:r>
              <a:rPr lang="en-US" dirty="0">
                <a:latin typeface="Noto Sans TC"/>
              </a:rPr>
              <a:t> the upcoming event from the user input the date. It joins </a:t>
            </a:r>
            <a:r>
              <a:rPr lang="en-US" b="1" dirty="0">
                <a:latin typeface="Noto Sans TC"/>
              </a:rPr>
              <a:t>Event</a:t>
            </a:r>
            <a:r>
              <a:rPr lang="en-US" dirty="0">
                <a:latin typeface="Noto Sans TC"/>
              </a:rPr>
              <a:t> Table.</a:t>
            </a:r>
          </a:p>
          <a:p>
            <a:r>
              <a:rPr lang="en-US" dirty="0">
                <a:latin typeface="Noto Sans TC"/>
              </a:rPr>
              <a:t>SQL have </a:t>
            </a:r>
            <a:r>
              <a:rPr lang="en-US" b="1" dirty="0">
                <a:latin typeface="Noto Sans TC"/>
              </a:rPr>
              <a:t>asked</a:t>
            </a:r>
            <a:r>
              <a:rPr lang="en-US" dirty="0">
                <a:latin typeface="Noto Sans TC"/>
              </a:rPr>
              <a:t> the user to enter the date. Then query will use the </a:t>
            </a:r>
            <a:r>
              <a:rPr lang="en-US" b="1" dirty="0">
                <a:latin typeface="Noto Sans TC"/>
              </a:rPr>
              <a:t>start date </a:t>
            </a:r>
            <a:r>
              <a:rPr lang="en-US" dirty="0">
                <a:latin typeface="Noto Sans TC"/>
              </a:rPr>
              <a:t>&gt; the typed date. Next It will show the after event of date has typed.</a:t>
            </a:r>
            <a:endParaRPr lang="en-US" altLang="zh-HK" dirty="0">
              <a:ea typeface="Noto Sans TC" panose="020B0200000000000000"/>
            </a:endParaRPr>
          </a:p>
          <a:p>
            <a:br>
              <a:rPr lang="en-US" altLang="zh-HK" dirty="0">
                <a:highlight>
                  <a:srgbClr val="FFFF00"/>
                </a:highlight>
              </a:rPr>
            </a:br>
            <a:endParaRPr lang="zh-TW" altLang="en-US" dirty="0">
              <a:highlight>
                <a:srgbClr val="FFFF00"/>
              </a:highlight>
              <a:ea typeface="新細明體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6C05D5-B842-E857-8056-B6C85EBC2243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</a:p>
          <a:p>
            <a:r>
              <a:rPr lang="en-HK" sz="2400">
                <a:latin typeface="Aptos Display"/>
                <a:ea typeface="新細明體"/>
              </a:rPr>
              <a:t>Upcoming Event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5A49D-245F-4545-6F5C-63FCF3AC9712}"/>
              </a:ext>
            </a:extLst>
          </p:cNvPr>
          <p:cNvSpPr txBox="1"/>
          <p:nvPr/>
        </p:nvSpPr>
        <p:spPr>
          <a:xfrm>
            <a:off x="10302204" y="2599287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/>
              <a:t>SQL Code</a:t>
            </a:r>
          </a:p>
          <a:p>
            <a:endParaRPr lang="zh-HK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42E6F-CE20-CF50-0D35-2B83A4252CA0}"/>
              </a:ext>
            </a:extLst>
          </p:cNvPr>
          <p:cNvSpPr txBox="1"/>
          <p:nvPr/>
        </p:nvSpPr>
        <p:spPr>
          <a:xfrm>
            <a:off x="6987354" y="3785251"/>
            <a:ext cx="463902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 dirty="0">
                <a:ea typeface="新細明體"/>
              </a:rPr>
              <a:t>This is the result of using : 24/5/2025</a:t>
            </a:r>
            <a:endParaRPr lang="zh-HK" altLang="en-US" sz="2000" dirty="0"/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EB595EB-F959-C4A1-29BF-41E7B2DB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313" y="4374092"/>
            <a:ext cx="7223085" cy="1411245"/>
          </a:xfrm>
          <a:prstGeom prst="rect">
            <a:avLst/>
          </a:prstGeom>
        </p:spPr>
      </p:pic>
      <p:pic>
        <p:nvPicPr>
          <p:cNvPr id="8" name="圖片 7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57E73C19-CB02-94C9-D795-08C617F3D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23" y="2300349"/>
            <a:ext cx="38481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94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988BC-DAF7-4FCC-5031-268498D9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7B280-FEF6-FD54-9F76-36A430A0F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L</a:t>
            </a:r>
            <a:r>
              <a:rPr lang="zh-TW" dirty="0">
                <a:ea typeface="+mj-lt"/>
                <a:cs typeface="+mj-lt"/>
              </a:rPr>
              <a:t>o</a:t>
            </a:r>
            <a:r>
              <a:rPr lang="en-US" altLang="zh-TW" dirty="0" err="1">
                <a:ea typeface="+mj-lt"/>
                <a:cs typeface="+mj-lt"/>
              </a:rPr>
              <a:t>gi</a:t>
            </a:r>
            <a:r>
              <a:rPr lang="zh-TW" dirty="0">
                <a:ea typeface="+mj-lt"/>
                <a:cs typeface="+mj-lt"/>
              </a:rPr>
              <a:t>cal de</a:t>
            </a:r>
            <a:r>
              <a:rPr lang="en-US" altLang="zh-TW" dirty="0">
                <a:ea typeface="+mj-lt"/>
                <a:cs typeface="+mj-lt"/>
              </a:rPr>
              <a:t>sign</a:t>
            </a:r>
            <a:r>
              <a:rPr lang="zh-TW" dirty="0">
                <a:ea typeface="+mj-lt"/>
                <a:cs typeface="+mj-lt"/>
              </a:rPr>
              <a:t> </a:t>
            </a:r>
            <a:r>
              <a:rPr lang="en-US" altLang="zh-TW" dirty="0">
                <a:ea typeface="+mj-lt"/>
                <a:cs typeface="+mj-lt"/>
              </a:rPr>
              <a:t>(16)</a:t>
            </a:r>
            <a:endParaRPr lang="zh-TW" dirty="0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EA6391-3002-148D-5ECB-1C1392A98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080" y="1916061"/>
            <a:ext cx="3956176" cy="4538600"/>
          </a:xfrm>
        </p:spPr>
        <p:txBody>
          <a:bodyPr>
            <a:normAutofit/>
          </a:bodyPr>
          <a:lstStyle/>
          <a:p>
            <a:endParaRPr lang="en-US" altLang="zh-TW" dirty="0">
              <a:latin typeface="Noto Sans TC"/>
            </a:endParaRPr>
          </a:p>
          <a:p>
            <a:r>
              <a:rPr lang="en-US" altLang="zh-TW" dirty="0">
                <a:latin typeface="Noto Sans TC"/>
              </a:rPr>
              <a:t>This SQL 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is </a:t>
            </a:r>
            <a:r>
              <a:rPr lang="en-US" altLang="zh-HK" b="1" dirty="0">
                <a:solidFill>
                  <a:srgbClr val="000000"/>
                </a:solidFill>
                <a:latin typeface="Noto Sans TC"/>
                <a:ea typeface="Noto Sans TC"/>
              </a:rPr>
              <a:t>used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 to </a:t>
            </a:r>
            <a:r>
              <a:rPr lang="en-US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list</a:t>
            </a:r>
            <a:r>
              <a:rPr lang="en-US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from the user typed </a:t>
            </a:r>
            <a:r>
              <a:rPr lang="en-US" altLang="zh-HK" b="1" dirty="0" err="1">
                <a:solidFill>
                  <a:srgbClr val="000000"/>
                </a:solidFill>
                <a:latin typeface="Noto Sans TC"/>
                <a:ea typeface="Noto Sans TC"/>
              </a:rPr>
              <a:t>Music_Genres</a:t>
            </a:r>
            <a:r>
              <a:rPr lang="en-US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. It selected Event table.</a:t>
            </a:r>
          </a:p>
          <a:p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 SQL have asked the user which </a:t>
            </a:r>
            <a:r>
              <a:rPr lang="en-US" altLang="zh-HK" b="1" dirty="0">
                <a:solidFill>
                  <a:srgbClr val="000000"/>
                </a:solidFill>
                <a:latin typeface="Noto Sans TC"/>
                <a:ea typeface="Noto Sans TC"/>
              </a:rPr>
              <a:t>music genres 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they are looking for. Then it will using the typed genres to show </a:t>
            </a:r>
            <a:r>
              <a:rPr lang="en-US" altLang="zh-HK" b="1" dirty="0">
                <a:solidFill>
                  <a:srgbClr val="000000"/>
                </a:solidFill>
                <a:latin typeface="Noto Sans TC"/>
                <a:ea typeface="Noto Sans TC"/>
              </a:rPr>
              <a:t>result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.</a:t>
            </a:r>
            <a:endParaRPr lang="zh-TW" altLang="en-US" dirty="0">
              <a:latin typeface="Noto Sans TC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FC96956-25D8-5498-F3CA-35E712D1262C}"/>
              </a:ext>
            </a:extLst>
          </p:cNvPr>
          <p:cNvSpPr txBox="1"/>
          <p:nvPr/>
        </p:nvSpPr>
        <p:spPr>
          <a:xfrm>
            <a:off x="5358064" y="670592"/>
            <a:ext cx="53769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新細明體"/>
              </a:rPr>
              <a:t>Query Name:</a:t>
            </a:r>
          </a:p>
          <a:p>
            <a:r>
              <a:rPr lang="en-HK" sz="2400">
                <a:latin typeface="Aptos Display"/>
                <a:ea typeface="新細明體"/>
              </a:rPr>
              <a:t>Using Music Genre to find all concert </a:t>
            </a:r>
            <a:endParaRPr lang="en-US"/>
          </a:p>
          <a:p>
            <a:endParaRPr lang="en-US" sz="2400" b="1">
              <a:latin typeface="Aptos Display"/>
              <a:ea typeface="新細明體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90EBA-4295-DA11-0DF7-A224F23BC091}"/>
              </a:ext>
            </a:extLst>
          </p:cNvPr>
          <p:cNvSpPr txBox="1"/>
          <p:nvPr/>
        </p:nvSpPr>
        <p:spPr>
          <a:xfrm>
            <a:off x="10818145" y="2555493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/>
              <a:t>SQL Code</a:t>
            </a:r>
          </a:p>
          <a:p>
            <a:endParaRPr lang="zh-HK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43435F-B040-197B-3F13-164B457055F7}"/>
              </a:ext>
            </a:extLst>
          </p:cNvPr>
          <p:cNvSpPr txBox="1"/>
          <p:nvPr/>
        </p:nvSpPr>
        <p:spPr>
          <a:xfrm>
            <a:off x="7268707" y="4893546"/>
            <a:ext cx="463902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 dirty="0">
                <a:ea typeface="新細明體"/>
              </a:rPr>
              <a:t>This is the result of using : Jazz</a:t>
            </a:r>
            <a:endParaRPr lang="zh-HK" alt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67" y="5437313"/>
            <a:ext cx="10654833" cy="6623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256" y="2555493"/>
            <a:ext cx="60198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85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5A10-A467-2AF1-2CD9-8B53B7B3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79AA56-8797-4B67-9779-8CF9879F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17" y="723169"/>
            <a:ext cx="9603275" cy="1049235"/>
          </a:xfrm>
        </p:spPr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L</a:t>
            </a:r>
            <a:r>
              <a:rPr lang="zh-TW" dirty="0">
                <a:ea typeface="+mj-lt"/>
                <a:cs typeface="+mj-lt"/>
              </a:rPr>
              <a:t>o</a:t>
            </a:r>
            <a:r>
              <a:rPr lang="en-US" altLang="zh-TW" dirty="0" err="1">
                <a:ea typeface="+mj-lt"/>
                <a:cs typeface="+mj-lt"/>
              </a:rPr>
              <a:t>gi</a:t>
            </a:r>
            <a:r>
              <a:rPr lang="zh-TW" dirty="0">
                <a:ea typeface="+mj-lt"/>
                <a:cs typeface="+mj-lt"/>
              </a:rPr>
              <a:t>cal de</a:t>
            </a:r>
            <a:r>
              <a:rPr lang="en-US" altLang="zh-TW" dirty="0">
                <a:ea typeface="+mj-lt"/>
                <a:cs typeface="+mj-lt"/>
              </a:rPr>
              <a:t>sign</a:t>
            </a:r>
            <a:r>
              <a:rPr lang="zh-TW" dirty="0">
                <a:ea typeface="+mj-lt"/>
                <a:cs typeface="+mj-lt"/>
              </a:rPr>
              <a:t> </a:t>
            </a:r>
            <a:r>
              <a:rPr lang="en-US" altLang="zh-TW" dirty="0">
                <a:ea typeface="+mj-lt"/>
                <a:cs typeface="+mj-lt"/>
              </a:rPr>
              <a:t>(17)</a:t>
            </a:r>
            <a:endParaRPr lang="zh-TW" dirty="0">
              <a:ea typeface="+mj-lt"/>
              <a:cs typeface="+mj-l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DA20AF-A34A-94E9-ACDB-A151F93FC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080" y="1916061"/>
            <a:ext cx="4185836" cy="45386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Noto Sans TC"/>
              </a:rPr>
              <a:t>This SQL 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is </a:t>
            </a:r>
            <a:r>
              <a:rPr lang="en-US" altLang="zh-HK" b="1" dirty="0">
                <a:solidFill>
                  <a:srgbClr val="000000"/>
                </a:solidFill>
                <a:latin typeface="Noto Sans TC"/>
                <a:ea typeface="Noto Sans TC"/>
              </a:rPr>
              <a:t>used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 to </a:t>
            </a:r>
            <a:r>
              <a:rPr lang="en-US" altLang="zh-HK" b="1" dirty="0">
                <a:solidFill>
                  <a:srgbClr val="000000"/>
                </a:solidFill>
                <a:latin typeface="Noto Sans TC"/>
                <a:ea typeface="Noto Sans TC"/>
              </a:rPr>
              <a:t>Count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 the </a:t>
            </a:r>
            <a:r>
              <a:rPr lang="en-US" altLang="zh-HK" b="1" dirty="0" err="1">
                <a:solidFill>
                  <a:srgbClr val="000000"/>
                </a:solidFill>
                <a:latin typeface="Noto Sans TC"/>
                <a:ea typeface="Noto Sans TC"/>
              </a:rPr>
              <a:t>Customer_ID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 As </a:t>
            </a:r>
            <a:r>
              <a:rPr lang="en-US" altLang="zh-HK" b="1" dirty="0" err="1">
                <a:solidFill>
                  <a:srgbClr val="000000"/>
                </a:solidFill>
                <a:latin typeface="Noto Sans TC"/>
                <a:ea typeface="Noto Sans TC"/>
              </a:rPr>
              <a:t>Totalnumber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 of buyer</a:t>
            </a:r>
            <a:r>
              <a:rPr lang="en-US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. It joins 2 table, </a:t>
            </a:r>
            <a:r>
              <a:rPr lang="en-US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Event</a:t>
            </a:r>
            <a:r>
              <a:rPr lang="en-US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and </a:t>
            </a:r>
            <a:r>
              <a:rPr lang="en-US" b="1" dirty="0" err="1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Purchase_record</a:t>
            </a:r>
            <a:r>
              <a:rPr lang="en-US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 </a:t>
            </a:r>
            <a:r>
              <a:rPr lang="en-US" dirty="0">
                <a:solidFill>
                  <a:srgbClr val="000000"/>
                </a:solidFill>
                <a:latin typeface="Noto Sans TC" panose="020B0200000000000000" pitchFamily="34" charset="-120"/>
                <a:ea typeface="Noto Sans TC"/>
              </a:rPr>
              <a:t>to ensure the records correspond to the same concert. </a:t>
            </a:r>
          </a:p>
          <a:p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It groups the results by </a:t>
            </a:r>
            <a:r>
              <a:rPr lang="en-US" altLang="zh-HK" dirty="0" err="1">
                <a:solidFill>
                  <a:srgbClr val="000000"/>
                </a:solidFill>
                <a:latin typeface="Noto Sans TC"/>
                <a:ea typeface="Noto Sans TC"/>
              </a:rPr>
              <a:t>Music_Genres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 to provide a count of buyers for each genre. Then </a:t>
            </a:r>
            <a:r>
              <a:rPr lang="en-US" altLang="zh-HK" sz="2000" b="1" dirty="0">
                <a:solidFill>
                  <a:srgbClr val="000000"/>
                </a:solidFill>
                <a:latin typeface="Noto Sans TC"/>
                <a:ea typeface="Noto Sans TC"/>
              </a:rPr>
              <a:t>group</a:t>
            </a:r>
            <a:r>
              <a:rPr lang="en-US" altLang="zh-HK" sz="20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</a:t>
            </a:r>
            <a:r>
              <a:rPr lang="en-US" altLang="zh-HK" sz="2000" b="1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by</a:t>
            </a:r>
            <a:r>
              <a:rPr lang="en-US" altLang="zh-HK" sz="2000" b="0" i="0" u="none" strike="noStrike" dirty="0">
                <a:solidFill>
                  <a:srgbClr val="000000"/>
                </a:solidFill>
                <a:effectLst/>
                <a:latin typeface="Noto Sans TC"/>
                <a:ea typeface="Noto Sans TC"/>
              </a:rPr>
              <a:t> the </a:t>
            </a:r>
            <a:r>
              <a:rPr lang="en-US" altLang="zh-HK" sz="2000" b="1" dirty="0">
                <a:solidFill>
                  <a:srgbClr val="000000"/>
                </a:solidFill>
                <a:latin typeface="Noto Sans TC"/>
                <a:ea typeface="Noto Sans TC"/>
              </a:rPr>
              <a:t>Event and </a:t>
            </a:r>
            <a:r>
              <a:rPr lang="en-US" altLang="zh-HK" sz="2000" b="1" dirty="0" err="1">
                <a:solidFill>
                  <a:srgbClr val="000000"/>
                </a:solidFill>
                <a:latin typeface="Noto Sans TC"/>
                <a:ea typeface="Noto Sans TC"/>
              </a:rPr>
              <a:t>Music_Genres</a:t>
            </a:r>
            <a:r>
              <a:rPr lang="en-US" altLang="zh-HK" dirty="0">
                <a:solidFill>
                  <a:srgbClr val="000000"/>
                </a:solidFill>
                <a:latin typeface="Noto Sans TC"/>
                <a:ea typeface="Noto Sans TC"/>
              </a:rPr>
              <a:t>.</a:t>
            </a:r>
            <a:endParaRPr lang="zh-TW" altLang="en-US" dirty="0">
              <a:latin typeface="Noto Sans TC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0A1785-2DA7-1E32-5169-F5379D1C8CDF}"/>
              </a:ext>
            </a:extLst>
          </p:cNvPr>
          <p:cNvSpPr txBox="1"/>
          <p:nvPr/>
        </p:nvSpPr>
        <p:spPr>
          <a:xfrm>
            <a:off x="5358064" y="670592"/>
            <a:ext cx="53769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ptos Display"/>
                <a:ea typeface="新細明體"/>
              </a:rPr>
              <a:t>Query Name:</a:t>
            </a:r>
          </a:p>
          <a:p>
            <a:r>
              <a:rPr lang="en-US" sz="2400" dirty="0">
                <a:latin typeface="Aptos Display"/>
                <a:ea typeface="新細明體"/>
              </a:rPr>
              <a:t>The population of each music genres</a:t>
            </a:r>
            <a:endParaRPr lang="en-US" sz="2400" b="1" dirty="0">
              <a:latin typeface="Aptos Display"/>
              <a:ea typeface="新細明體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2EB73-51F6-E086-03C3-A4BCC4432987}"/>
              </a:ext>
            </a:extLst>
          </p:cNvPr>
          <p:cNvSpPr txBox="1"/>
          <p:nvPr/>
        </p:nvSpPr>
        <p:spPr>
          <a:xfrm>
            <a:off x="10818145" y="2555493"/>
            <a:ext cx="161647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/>
              <a:t>SQL Code</a:t>
            </a:r>
          </a:p>
          <a:p>
            <a:endParaRPr lang="zh-HK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06ACD6-682E-472A-8525-D2D6234610BB}"/>
              </a:ext>
            </a:extLst>
          </p:cNvPr>
          <p:cNvSpPr txBox="1"/>
          <p:nvPr/>
        </p:nvSpPr>
        <p:spPr>
          <a:xfrm>
            <a:off x="5945893" y="4185361"/>
            <a:ext cx="237701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HK" sz="2000" dirty="0">
                <a:ea typeface="新細明體"/>
              </a:rPr>
              <a:t>This is the result: </a:t>
            </a:r>
            <a:endParaRPr lang="zh-HK" alt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FD0B2B-329B-AB82-F027-D3B40A7ED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005" y="2283739"/>
            <a:ext cx="5707051" cy="10492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25462D-9EB0-C66C-C38F-9939EE431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447" y="3429000"/>
            <a:ext cx="3528392" cy="249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09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HK" alt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BBBF8107-6175-42D9-ADD9-CE38772F0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AD21C6EA-BBE8-4E7E-B86E-CAE4245C4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DE10A78-455E-86FC-D893-1AC3B21D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406" y="1474969"/>
            <a:ext cx="302655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altLang="zh-TW" sz="2500"/>
              <a:t>demonstration</a:t>
            </a:r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97C5442D-91EA-4157-A0FD-2B96EBE4F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7560115" cy="5149101"/>
            <a:chOff x="7463258" y="583365"/>
            <a:chExt cx="7560115" cy="5181928"/>
          </a:xfrm>
        </p:grpSpPr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33CDF368-2610-418F-96F7-A60B6CFC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5D943544-4D30-40A5-8B74-B8C76E458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F1A46C47-E493-4059-8069-C9D95CAF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497" y="977099"/>
            <a:ext cx="6597725" cy="4136205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教師">
            <a:extLst>
              <a:ext uri="{FF2B5EF4-FFF2-40B4-BE49-F238E27FC236}">
                <a16:creationId xmlns:a16="http://schemas.microsoft.com/office/drawing/2014/main" id="{D44249BE-1031-F7C4-65E4-52810AF17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5610" y="1616092"/>
            <a:ext cx="3059596" cy="3059596"/>
          </a:xfrm>
          <a:prstGeom prst="rect">
            <a:avLst/>
          </a:prstGeom>
        </p:spPr>
      </p:pic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871C69E1-1BF1-4985-8619-E4A076640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69720" y="3526496"/>
            <a:ext cx="302361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51" name="Picture 1050">
            <a:extLst>
              <a:ext uri="{FF2B5EF4-FFF2-40B4-BE49-F238E27FC236}">
                <a16:creationId xmlns:a16="http://schemas.microsoft.com/office/drawing/2014/main" id="{6ACF493D-8E13-4887-8052-16549EF8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187E0B82-3A3E-4B42-9B4C-61A1F0AF8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148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7D0E0-C919-17D5-E38E-1DA5635B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Aptos Display"/>
                <a:ea typeface="+mj-lt"/>
              </a:rPr>
              <a:t>Conclusion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C0889C-F668-8006-6292-4E8695EEC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57530"/>
          </a:xfrm>
        </p:spPr>
        <p:txBody>
          <a:bodyPr/>
          <a:lstStyle/>
          <a:p>
            <a:r>
              <a:rPr lang="en-US" altLang="zh-TW" sz="1800" dirty="0">
                <a:latin typeface="Aptos Display"/>
                <a:ea typeface="+mn-lt"/>
              </a:rPr>
              <a:t>This database was created to manage and store the information about members and customers who purchased concert tickets, and the information of the concert events.</a:t>
            </a:r>
          </a:p>
          <a:p>
            <a:r>
              <a:rPr lang="en-US" altLang="zh-TW" sz="1800" dirty="0">
                <a:latin typeface="Aptos Display"/>
                <a:ea typeface="+mn-lt"/>
              </a:rPr>
              <a:t> We created different queries and reports for users to find their wanted data.  Those can help customers and administrators manage and analysis their records more easily. </a:t>
            </a:r>
          </a:p>
          <a:p>
            <a:r>
              <a:rPr lang="en-US" altLang="zh-TW" sz="1800" dirty="0">
                <a:latin typeface="Aptos Display"/>
                <a:ea typeface="+mn-lt"/>
              </a:rPr>
              <a:t>With this database, we can avoid data redundancy and lack of consistency. </a:t>
            </a:r>
          </a:p>
          <a:p>
            <a:r>
              <a:rPr lang="en-US" altLang="zh-TW" sz="1800" dirty="0">
                <a:latin typeface="Aptos Display"/>
                <a:ea typeface="+mn-lt"/>
              </a:rPr>
              <a:t>Also, </a:t>
            </a:r>
            <a:r>
              <a:rPr lang="en-US" altLang="zh-TW" sz="1800" dirty="0">
                <a:latin typeface="Aptos Display"/>
                <a:ea typeface="+mn-lt"/>
                <a:cs typeface="+mn-lt"/>
              </a:rPr>
              <a:t>our database has a centralized user main page </a:t>
            </a:r>
            <a:r>
              <a:rPr lang="en-US" sz="1800" dirty="0">
                <a:latin typeface="Aptos Display"/>
                <a:ea typeface="+mn-lt"/>
                <a:cs typeface="+mn-lt"/>
              </a:rPr>
              <a:t>and</a:t>
            </a:r>
            <a:r>
              <a:rPr lang="en-US" altLang="zh-TW" sz="1800" dirty="0">
                <a:latin typeface="Aptos Display"/>
                <a:ea typeface="+mn-lt"/>
                <a:cs typeface="+mn-lt"/>
              </a:rPr>
              <a:t> some preset functions for our users. It will improve users' </a:t>
            </a:r>
            <a:r>
              <a:rPr lang="en-US" altLang="zh-TW" sz="1800" dirty="0">
                <a:latin typeface="Aptos Display"/>
                <a:ea typeface="+mn-lt"/>
              </a:rPr>
              <a:t>experience.</a:t>
            </a:r>
            <a:endParaRPr lang="zh-TW" sz="1800" dirty="0">
              <a:latin typeface="Aptos Display"/>
              <a:ea typeface="新細明體"/>
            </a:endParaRPr>
          </a:p>
          <a:p>
            <a:endParaRPr lang="zh-TW" altLang="en-US" dirty="0">
              <a:ea typeface="新細明體"/>
            </a:endParaRPr>
          </a:p>
          <a:p>
            <a:endParaRPr lang="zh-TW" altLang="en-US" dirty="0">
              <a:ea typeface="新細明體"/>
            </a:endParaRPr>
          </a:p>
          <a:p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13490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62d563-9a29-44f7-9d5a-bbb3e03b91c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ECC8A93E7B7643AE278A5142550908" ma:contentTypeVersion="6" ma:contentTypeDescription="Create a new document." ma:contentTypeScope="" ma:versionID="90e5616fa5b7fb567fe4ca5fed9ba204">
  <xsd:schema xmlns:xsd="http://www.w3.org/2001/XMLSchema" xmlns:xs="http://www.w3.org/2001/XMLSchema" xmlns:p="http://schemas.microsoft.com/office/2006/metadata/properties" xmlns:ns3="9a62d563-9a29-44f7-9d5a-bbb3e03b91ce" targetNamespace="http://schemas.microsoft.com/office/2006/metadata/properties" ma:root="true" ma:fieldsID="5072d7eeb8b402499216069a51000a6d" ns3:_="">
    <xsd:import namespace="9a62d563-9a29-44f7-9d5a-bbb3e03b91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2d563-9a29-44f7-9d5a-bbb3e03b91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769908-56A5-4284-892F-E458F3E56505}">
  <ds:schemaRefs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9a62d563-9a29-44f7-9d5a-bbb3e03b91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E658777-63DF-478B-B5B3-3C399B69E3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DDC383-189E-4C61-B197-65C6AA4CB112}">
  <ds:schemaRefs>
    <ds:schemaRef ds:uri="9a62d563-9a29-44f7-9d5a-bbb3e03b91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95</TotalTime>
  <Words>1801</Words>
  <Application>Microsoft Office PowerPoint</Application>
  <PresentationFormat>Widescreen</PresentationFormat>
  <Paragraphs>170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Arial,Sans-Serif</vt:lpstr>
      <vt:lpstr>Noto Sans TC</vt:lpstr>
      <vt:lpstr>新細明體</vt:lpstr>
      <vt:lpstr>Aptos</vt:lpstr>
      <vt:lpstr>Aptos Display</vt:lpstr>
      <vt:lpstr>Arial</vt:lpstr>
      <vt:lpstr>Calibri</vt:lpstr>
      <vt:lpstr>Gill Sans MT</vt:lpstr>
      <vt:lpstr>Segoe UI</vt:lpstr>
      <vt:lpstr>Office 佈景主題</vt:lpstr>
      <vt:lpstr>Gallery</vt:lpstr>
      <vt:lpstr>HKCC Music Concert Management system</vt:lpstr>
      <vt:lpstr>Table of contents </vt:lpstr>
      <vt:lpstr>Introduction </vt:lpstr>
      <vt:lpstr>Business Rules 1</vt:lpstr>
      <vt:lpstr>Business Rules 2</vt:lpstr>
      <vt:lpstr>Business Rules 3 </vt:lpstr>
      <vt:lpstr>Business Rules 4 </vt:lpstr>
      <vt:lpstr>Business Rules 5</vt:lpstr>
      <vt:lpstr>Business Rules 6</vt:lpstr>
      <vt:lpstr>Conceptual model (ERD) </vt:lpstr>
      <vt:lpstr>Logical design (1)</vt:lpstr>
      <vt:lpstr>Logical design (2)</vt:lpstr>
      <vt:lpstr>Logical design (3)</vt:lpstr>
      <vt:lpstr>Logical design (4)</vt:lpstr>
      <vt:lpstr>Logical design (5)</vt:lpstr>
      <vt:lpstr>Logical design (6)</vt:lpstr>
      <vt:lpstr>Logical design (7)</vt:lpstr>
      <vt:lpstr>Logical design (8)</vt:lpstr>
      <vt:lpstr>Logical design (9)</vt:lpstr>
      <vt:lpstr>Logical design (10)</vt:lpstr>
      <vt:lpstr>Logical design (11)</vt:lpstr>
      <vt:lpstr>Logical design (12)</vt:lpstr>
      <vt:lpstr>Logical design (13)</vt:lpstr>
      <vt:lpstr>Logical design (14)</vt:lpstr>
      <vt:lpstr>Logical design (15)</vt:lpstr>
      <vt:lpstr>Logical design (16)</vt:lpstr>
      <vt:lpstr>Logical design (17)</vt:lpstr>
      <vt:lpstr>demonstration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HKCC Music Concert Management system</dc:title>
  <dc:creator>LIU Sheung Fung Billy</dc:creator>
  <cp:lastModifiedBy>s1432879</cp:lastModifiedBy>
  <cp:revision>15</cp:revision>
  <dcterms:created xsi:type="dcterms:W3CDTF">2025-04-08T05:46:20Z</dcterms:created>
  <dcterms:modified xsi:type="dcterms:W3CDTF">2026-09-18T17:59:02Z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0x01010034ECC8A93E7B7643AE278A5142550908</vt:lpwstr>
  </property>
</Properties>
</file>